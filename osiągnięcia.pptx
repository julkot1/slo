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72" r:id="rId4"/>
    <p:sldId id="262" r:id="rId5"/>
    <p:sldId id="273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2B80"/>
    <a:srgbClr val="C10E1A"/>
    <a:srgbClr val="46CF76"/>
    <a:srgbClr val="BD6F45"/>
    <a:srgbClr val="FF3399"/>
    <a:srgbClr val="00FF00"/>
    <a:srgbClr val="FF0066"/>
    <a:srgbClr val="FFCC00"/>
    <a:srgbClr val="CC00FF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2" y="7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A5657B-0AFE-47AC-AAF9-229140F6D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CB5BF40-0159-4E33-8989-C7012249D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2A2AA90-A079-4F81-9A1E-2DCE165DE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28EC-663C-4D57-BF43-C3C8410B93CC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49D64E2-4EA2-4B97-AAD0-318FEAF4D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404D4B6-0290-4207-96E0-CEB4633EA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A9EB7-EBC7-41E7-8EB9-A4BF9B0E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885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A28A279-A8DE-4182-9031-2EC7BD013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9DE2094-DA34-4BB5-970B-710610E44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CE58777-1E06-4E19-8BB2-FD7EA1765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28EC-663C-4D57-BF43-C3C8410B93CC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5A06C8D-A7AF-43B4-A07B-7AC9622F8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D963327-833D-4AE5-9B67-DCA86FA3B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A9EB7-EBC7-41E7-8EB9-A4BF9B0E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34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C269B0-3B94-42EE-8304-A669ECA4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627B32F-D4A4-42DC-93B9-C6A9C0F9A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F2E79EE-31C9-486D-8BBB-DE992D9BC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28EC-663C-4D57-BF43-C3C8410B93CC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CC74327-BC23-4EBB-AACF-7102D26DF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FCBED19-DDB0-4F0F-BA61-7CFCF50C5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A9EB7-EBC7-41E7-8EB9-A4BF9B0E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50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9D6F56-3817-4570-8565-818C9C8B1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A58E894-0108-477A-AE4C-C3DF676B73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2706C57-6A92-487E-A6AE-BD69D8F0D5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4A94CC6-F172-42E8-AFC0-944A89420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28EC-663C-4D57-BF43-C3C8410B93CC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23F3D80-BFF3-49E1-9DA4-07356BA41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7EB19E3-EDFD-4CAA-B809-22E09F36C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A9EB7-EBC7-41E7-8EB9-A4BF9B0E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950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7E9327-AB10-41F8-B72A-51CE90EB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A22F9CC-3AC9-4A17-9485-B45E47C47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77B552B-FA56-457C-8F21-B1FBC7157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2F6A2EE1-D88E-4678-9865-3E8686990F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8C294D3-FF31-4EAA-AF86-E29192C8CA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D5D23FAE-29A8-4CB8-8F41-42DEE070C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28EC-663C-4D57-BF43-C3C8410B93CC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C633971-18F6-45E2-9575-6DCC69896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C27CF8C-6D4A-4BE4-8478-908E9135A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A9EB7-EBC7-41E7-8EB9-A4BF9B0E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0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78E180-07CB-4ED1-B223-1A1831E34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D8F0DF8-65B3-4D1A-AFA6-F5033BA63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28EC-663C-4D57-BF43-C3C8410B93CC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878FCBD-4C43-45D2-B971-31F00D8D9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3A97295-7A62-43A0-933E-7C3998A4B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A9EB7-EBC7-41E7-8EB9-A4BF9B0E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017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055C9F3-D27C-46AF-9EC6-EA3F91832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28EC-663C-4D57-BF43-C3C8410B93CC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BF61B62B-E785-4E6A-A687-77C5E4C11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CE33EDA-F22B-455E-82E4-03804DB27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A9EB7-EBC7-41E7-8EB9-A4BF9B0E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35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9227EF-C862-4CFD-BECA-841F1A56B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AE6B4EA-3B1C-4A9D-8147-584741930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C8E641B-3C7D-4BA2-9A57-470F7A540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B59BDC6-1D4C-4B71-B92C-AD5DCF1D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28EC-663C-4D57-BF43-C3C8410B93CC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5DDE713-49AC-4292-B02E-BE655850C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3CF6F08-0B67-4F2F-BCAE-49E9FA7E8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A9EB7-EBC7-41E7-8EB9-A4BF9B0E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609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419AF4-2E3A-4491-A647-FF9EC52A8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8993EBF-ED3B-45FD-BE9A-E906FDF264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980B06F-81AD-4CCC-B368-31C68D34D5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C9E5323-0EB7-4395-A75E-F6CBA4B23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28EC-663C-4D57-BF43-C3C8410B93CC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7666571-75BA-4289-BB59-75DD44BE3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6B831C5-CEC6-463C-9B76-CAC3461D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A9EB7-EBC7-41E7-8EB9-A4BF9B0E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070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B3FB76-AC2C-48EC-942E-32C7155B7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C045AF0-AB2A-4B82-940E-5EF4B7783A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7775554-E24E-4254-8DD3-753B0FF9D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28EC-663C-4D57-BF43-C3C8410B93CC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701ACFA-D3FC-44F3-BBDD-7A274884F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32CCBB4-10AE-4463-855F-8B71D3704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A9EB7-EBC7-41E7-8EB9-A4BF9B0E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104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55A213E1-011B-4F3A-A3E5-C907BD4BA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0AD08E5-51D0-4F66-9FEB-302A6515B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6E05A4A-5228-436D-A6E5-5AC081159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128EC-663C-4D57-BF43-C3C8410B93CC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186F2D4-ED9F-4B04-AD4D-6A87F704F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21F5DBA-3B2C-4394-9A11-FC945343D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A9EB7-EBC7-41E7-8EB9-A4BF9B0E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697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9AA96EAF-E4CB-4CB1-A72A-99124D8A4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849B998-C6D0-4B13-A90E-6ADA66F5B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B2C03A5-798C-4F08-AD6C-A91A74BBF6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C128EC-663C-4D57-BF43-C3C8410B93CC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C9A1606-3CF2-4582-B143-EAA693CC0C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2150A1E-0974-45AB-93A3-1BECD0FF42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7A9EB7-EBC7-41E7-8EB9-A4BF9B0E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9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3F222A8-AF2A-4292-8A95-0C3AD37A109D}"/>
              </a:ext>
            </a:extLst>
          </p:cNvPr>
          <p:cNvSpPr/>
          <p:nvPr/>
        </p:nvSpPr>
        <p:spPr>
          <a:xfrm>
            <a:off x="6096001" y="0"/>
            <a:ext cx="5734929" cy="6858000"/>
          </a:xfrm>
          <a:prstGeom prst="rect">
            <a:avLst/>
          </a:prstGeom>
          <a:solidFill>
            <a:srgbClr val="322B80"/>
          </a:solidFill>
          <a:ln>
            <a:noFill/>
          </a:ln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AEE5042A-E067-4FB7-BCFF-00BB33BFEDEC}"/>
              </a:ext>
            </a:extLst>
          </p:cNvPr>
          <p:cNvGrpSpPr/>
          <p:nvPr/>
        </p:nvGrpSpPr>
        <p:grpSpPr>
          <a:xfrm>
            <a:off x="5805715" y="119551"/>
            <a:ext cx="580573" cy="386869"/>
            <a:chOff x="5805714" y="609691"/>
            <a:chExt cx="580573" cy="38686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9ECC8D50-758B-45D1-9832-058DA749338C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xmlns="" id="{FC783E55-1922-4926-8D97-EC60526709F7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xmlns="" id="{E48E30C9-A74F-4C52-AD04-FC9A5CBD8258}"/>
              </a:ext>
            </a:extLst>
          </p:cNvPr>
          <p:cNvGrpSpPr/>
          <p:nvPr/>
        </p:nvGrpSpPr>
        <p:grpSpPr>
          <a:xfrm>
            <a:off x="5805715" y="430574"/>
            <a:ext cx="580573" cy="386869"/>
            <a:chOff x="5805714" y="609691"/>
            <a:chExt cx="580573" cy="386869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xmlns="" id="{9D80A7DB-810E-4588-BE25-E9F7C34D3DB1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Arc 79">
              <a:extLst>
                <a:ext uri="{FF2B5EF4-FFF2-40B4-BE49-F238E27FC236}">
                  <a16:creationId xmlns:a16="http://schemas.microsoft.com/office/drawing/2014/main" xmlns="" id="{0CEE252C-3F6B-425D-A974-8C322FD62AA8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xmlns="" id="{BDE4CAF1-67FB-4A00-A957-F84932EF37EA}"/>
              </a:ext>
            </a:extLst>
          </p:cNvPr>
          <p:cNvGrpSpPr/>
          <p:nvPr/>
        </p:nvGrpSpPr>
        <p:grpSpPr>
          <a:xfrm>
            <a:off x="5805715" y="741596"/>
            <a:ext cx="580573" cy="386869"/>
            <a:chOff x="5805714" y="609691"/>
            <a:chExt cx="580573" cy="386869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xmlns="" id="{74C944AF-D50A-425E-A441-BD46E8CB9783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Arc 82">
              <a:extLst>
                <a:ext uri="{FF2B5EF4-FFF2-40B4-BE49-F238E27FC236}">
                  <a16:creationId xmlns:a16="http://schemas.microsoft.com/office/drawing/2014/main" xmlns="" id="{AE95EC9D-DB78-417E-AF31-C543DE84C1EE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xmlns="" id="{EC3E0684-8AE8-4214-BF7B-4AAB6B86F600}"/>
              </a:ext>
            </a:extLst>
          </p:cNvPr>
          <p:cNvGrpSpPr/>
          <p:nvPr/>
        </p:nvGrpSpPr>
        <p:grpSpPr>
          <a:xfrm>
            <a:off x="5805715" y="1052620"/>
            <a:ext cx="580573" cy="386869"/>
            <a:chOff x="5805714" y="609691"/>
            <a:chExt cx="580573" cy="386869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xmlns="" id="{CF8E04A3-B6B4-4F3C-BB6B-AF9929DDA237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Arc 85">
              <a:extLst>
                <a:ext uri="{FF2B5EF4-FFF2-40B4-BE49-F238E27FC236}">
                  <a16:creationId xmlns:a16="http://schemas.microsoft.com/office/drawing/2014/main" xmlns="" id="{18A95974-DAB2-4BF8-9192-96278D1744CD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xmlns="" id="{C97BDBFC-6DCF-4D05-9235-AF24FD08B7BA}"/>
              </a:ext>
            </a:extLst>
          </p:cNvPr>
          <p:cNvGrpSpPr/>
          <p:nvPr/>
        </p:nvGrpSpPr>
        <p:grpSpPr>
          <a:xfrm>
            <a:off x="5805715" y="1363643"/>
            <a:ext cx="580573" cy="386869"/>
            <a:chOff x="5805714" y="609691"/>
            <a:chExt cx="580573" cy="386869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xmlns="" id="{4AB8CE96-3DF3-4063-9F27-D4DB07BB75EF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Arc 88">
              <a:extLst>
                <a:ext uri="{FF2B5EF4-FFF2-40B4-BE49-F238E27FC236}">
                  <a16:creationId xmlns:a16="http://schemas.microsoft.com/office/drawing/2014/main" xmlns="" id="{309BD817-14B6-4AA7-A1F6-6EAEFBC3A86F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xmlns="" id="{C6951FED-2BD7-4859-B333-5B1CAEF8AB8D}"/>
              </a:ext>
            </a:extLst>
          </p:cNvPr>
          <p:cNvGrpSpPr/>
          <p:nvPr/>
        </p:nvGrpSpPr>
        <p:grpSpPr>
          <a:xfrm>
            <a:off x="5805715" y="1674666"/>
            <a:ext cx="580573" cy="386869"/>
            <a:chOff x="5805714" y="609691"/>
            <a:chExt cx="580573" cy="386869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xmlns="" id="{FE30C63D-F045-40E9-8C54-26DA5BDA0F44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Arc 91">
              <a:extLst>
                <a:ext uri="{FF2B5EF4-FFF2-40B4-BE49-F238E27FC236}">
                  <a16:creationId xmlns:a16="http://schemas.microsoft.com/office/drawing/2014/main" xmlns="" id="{434A2720-2A66-40B1-AC7E-5C244C6E6EB9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xmlns="" id="{3253887B-E245-4C89-84BB-C89576187B4D}"/>
              </a:ext>
            </a:extLst>
          </p:cNvPr>
          <p:cNvGrpSpPr/>
          <p:nvPr/>
        </p:nvGrpSpPr>
        <p:grpSpPr>
          <a:xfrm>
            <a:off x="5805715" y="1985688"/>
            <a:ext cx="580573" cy="386869"/>
            <a:chOff x="5805714" y="609691"/>
            <a:chExt cx="580573" cy="386869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xmlns="" id="{C2935527-C9EF-4950-89BB-EB1207B25EAD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Arc 94">
              <a:extLst>
                <a:ext uri="{FF2B5EF4-FFF2-40B4-BE49-F238E27FC236}">
                  <a16:creationId xmlns:a16="http://schemas.microsoft.com/office/drawing/2014/main" xmlns="" id="{B885AD0D-2A97-4761-A7E2-81AE7730FF98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xmlns="" id="{B20895E6-FBAD-4249-90F9-43369FD2080F}"/>
              </a:ext>
            </a:extLst>
          </p:cNvPr>
          <p:cNvGrpSpPr/>
          <p:nvPr/>
        </p:nvGrpSpPr>
        <p:grpSpPr>
          <a:xfrm>
            <a:off x="5805715" y="2296712"/>
            <a:ext cx="580573" cy="386869"/>
            <a:chOff x="5805714" y="609691"/>
            <a:chExt cx="580573" cy="386869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xmlns="" id="{416F99E9-E132-4AB6-9501-719E390B2951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Arc 97">
              <a:extLst>
                <a:ext uri="{FF2B5EF4-FFF2-40B4-BE49-F238E27FC236}">
                  <a16:creationId xmlns:a16="http://schemas.microsoft.com/office/drawing/2014/main" xmlns="" id="{7BF41422-E1EF-4A49-906D-7C9E43200378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xmlns="" id="{3A6C8FCE-3906-4A51-8C51-53A21458A79D}"/>
              </a:ext>
            </a:extLst>
          </p:cNvPr>
          <p:cNvGrpSpPr/>
          <p:nvPr/>
        </p:nvGrpSpPr>
        <p:grpSpPr>
          <a:xfrm>
            <a:off x="5805715" y="2607735"/>
            <a:ext cx="580573" cy="386869"/>
            <a:chOff x="5805714" y="609691"/>
            <a:chExt cx="580573" cy="386869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xmlns="" id="{01B7306C-C82A-4CBC-8810-B196E2B85FD9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Arc 100">
              <a:extLst>
                <a:ext uri="{FF2B5EF4-FFF2-40B4-BE49-F238E27FC236}">
                  <a16:creationId xmlns:a16="http://schemas.microsoft.com/office/drawing/2014/main" xmlns="" id="{4309EB4B-A1C1-41B8-9E71-43E4632DE81A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xmlns="" id="{C74B4894-B5D2-4362-964C-D4DC0546060A}"/>
              </a:ext>
            </a:extLst>
          </p:cNvPr>
          <p:cNvGrpSpPr/>
          <p:nvPr/>
        </p:nvGrpSpPr>
        <p:grpSpPr>
          <a:xfrm>
            <a:off x="5805715" y="2918758"/>
            <a:ext cx="580573" cy="386869"/>
            <a:chOff x="5805714" y="609691"/>
            <a:chExt cx="580573" cy="386869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xmlns="" id="{DA95D981-4D5B-4F4F-8A82-69838938508F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Arc 103">
              <a:extLst>
                <a:ext uri="{FF2B5EF4-FFF2-40B4-BE49-F238E27FC236}">
                  <a16:creationId xmlns:a16="http://schemas.microsoft.com/office/drawing/2014/main" xmlns="" id="{E4822634-A39A-4B0D-8399-883328FCA1EE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xmlns="" id="{AC0C8900-7AAE-4DAD-9853-250BA8E46217}"/>
              </a:ext>
            </a:extLst>
          </p:cNvPr>
          <p:cNvGrpSpPr/>
          <p:nvPr/>
        </p:nvGrpSpPr>
        <p:grpSpPr>
          <a:xfrm>
            <a:off x="5805715" y="3229780"/>
            <a:ext cx="580573" cy="386869"/>
            <a:chOff x="5805714" y="609691"/>
            <a:chExt cx="580573" cy="386869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xmlns="" id="{8F16C3F5-5111-4385-95DB-684995C5DA9E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Arc 106">
              <a:extLst>
                <a:ext uri="{FF2B5EF4-FFF2-40B4-BE49-F238E27FC236}">
                  <a16:creationId xmlns:a16="http://schemas.microsoft.com/office/drawing/2014/main" xmlns="" id="{C8E4EC42-A513-472E-AE69-66EF8F71937C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xmlns="" id="{B9DF2A69-06AC-4DC9-B6C7-9A1B9D012585}"/>
              </a:ext>
            </a:extLst>
          </p:cNvPr>
          <p:cNvGrpSpPr/>
          <p:nvPr/>
        </p:nvGrpSpPr>
        <p:grpSpPr>
          <a:xfrm>
            <a:off x="5805715" y="3540804"/>
            <a:ext cx="580573" cy="386869"/>
            <a:chOff x="5805714" y="609691"/>
            <a:chExt cx="580573" cy="386869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xmlns="" id="{66D59475-186E-4F7A-A501-ABEDCC08DC98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Arc 109">
              <a:extLst>
                <a:ext uri="{FF2B5EF4-FFF2-40B4-BE49-F238E27FC236}">
                  <a16:creationId xmlns:a16="http://schemas.microsoft.com/office/drawing/2014/main" xmlns="" id="{55C929AA-C5D4-4A29-94FC-BF99C03F9430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xmlns="" id="{26F5DDE8-77F1-4A19-9A73-FA16AD387091}"/>
              </a:ext>
            </a:extLst>
          </p:cNvPr>
          <p:cNvGrpSpPr/>
          <p:nvPr/>
        </p:nvGrpSpPr>
        <p:grpSpPr>
          <a:xfrm>
            <a:off x="5805715" y="3851827"/>
            <a:ext cx="580573" cy="386869"/>
            <a:chOff x="5805714" y="609691"/>
            <a:chExt cx="580573" cy="386869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xmlns="" id="{3975D25C-1E30-46E2-BA99-3037ADE31704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Arc 112">
              <a:extLst>
                <a:ext uri="{FF2B5EF4-FFF2-40B4-BE49-F238E27FC236}">
                  <a16:creationId xmlns:a16="http://schemas.microsoft.com/office/drawing/2014/main" xmlns="" id="{5489E9B8-DC06-4350-B467-61A9DA0B02A7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xmlns="" id="{0375CE18-5EC1-4881-8142-DC1BC91AD094}"/>
              </a:ext>
            </a:extLst>
          </p:cNvPr>
          <p:cNvGrpSpPr/>
          <p:nvPr/>
        </p:nvGrpSpPr>
        <p:grpSpPr>
          <a:xfrm>
            <a:off x="5805715" y="4162850"/>
            <a:ext cx="580573" cy="386869"/>
            <a:chOff x="5805714" y="609691"/>
            <a:chExt cx="580573" cy="386869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xmlns="" id="{10A76D25-919A-40D9-9554-EFE2D3956BE4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Arc 115">
              <a:extLst>
                <a:ext uri="{FF2B5EF4-FFF2-40B4-BE49-F238E27FC236}">
                  <a16:creationId xmlns:a16="http://schemas.microsoft.com/office/drawing/2014/main" xmlns="" id="{F541D253-66CC-4C59-909C-302800ABEEFC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xmlns="" id="{D86A99F9-8CBA-4BBB-88F7-14582E27C64C}"/>
              </a:ext>
            </a:extLst>
          </p:cNvPr>
          <p:cNvGrpSpPr/>
          <p:nvPr/>
        </p:nvGrpSpPr>
        <p:grpSpPr>
          <a:xfrm>
            <a:off x="5805715" y="4473872"/>
            <a:ext cx="580573" cy="386869"/>
            <a:chOff x="5805714" y="609691"/>
            <a:chExt cx="580573" cy="386869"/>
          </a:xfrm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xmlns="" id="{16259704-CA38-4525-8489-D1FECD12BDBC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Arc 118">
              <a:extLst>
                <a:ext uri="{FF2B5EF4-FFF2-40B4-BE49-F238E27FC236}">
                  <a16:creationId xmlns:a16="http://schemas.microsoft.com/office/drawing/2014/main" xmlns="" id="{40F4FCA1-5992-49D0-8CE6-8488CF6BAF04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xmlns="" id="{F5C59377-7214-4209-BA16-86D5D1DAE2B0}"/>
              </a:ext>
            </a:extLst>
          </p:cNvPr>
          <p:cNvGrpSpPr/>
          <p:nvPr/>
        </p:nvGrpSpPr>
        <p:grpSpPr>
          <a:xfrm>
            <a:off x="5805715" y="4784896"/>
            <a:ext cx="580573" cy="386869"/>
            <a:chOff x="5805714" y="609691"/>
            <a:chExt cx="580573" cy="386869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xmlns="" id="{959A5D35-C7AE-458F-BBB5-71CD3A3F97F8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Arc 121">
              <a:extLst>
                <a:ext uri="{FF2B5EF4-FFF2-40B4-BE49-F238E27FC236}">
                  <a16:creationId xmlns:a16="http://schemas.microsoft.com/office/drawing/2014/main" xmlns="" id="{F490A229-65A6-4DFF-870F-4B92A114A66A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xmlns="" id="{9EC6FFFF-2006-4366-8566-0113AD9F036A}"/>
              </a:ext>
            </a:extLst>
          </p:cNvPr>
          <p:cNvGrpSpPr/>
          <p:nvPr/>
        </p:nvGrpSpPr>
        <p:grpSpPr>
          <a:xfrm>
            <a:off x="5805715" y="5095919"/>
            <a:ext cx="580573" cy="386869"/>
            <a:chOff x="5805714" y="609691"/>
            <a:chExt cx="580573" cy="386869"/>
          </a:xfrm>
        </p:grpSpPr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xmlns="" id="{595E399E-0521-4D5B-914F-29C3ADDF2B72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Arc 124">
              <a:extLst>
                <a:ext uri="{FF2B5EF4-FFF2-40B4-BE49-F238E27FC236}">
                  <a16:creationId xmlns:a16="http://schemas.microsoft.com/office/drawing/2014/main" xmlns="" id="{14739334-2472-4756-B880-7780C40DA407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xmlns="" id="{6D7FEFCF-F5E2-48A4-8DA2-466E3FA530E8}"/>
              </a:ext>
            </a:extLst>
          </p:cNvPr>
          <p:cNvGrpSpPr/>
          <p:nvPr/>
        </p:nvGrpSpPr>
        <p:grpSpPr>
          <a:xfrm>
            <a:off x="5805715" y="5406942"/>
            <a:ext cx="580573" cy="386869"/>
            <a:chOff x="5805714" y="609691"/>
            <a:chExt cx="580573" cy="386869"/>
          </a:xfrm>
        </p:grpSpPr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xmlns="" id="{5B8C7798-2FB8-447C-BA5C-ECB75C74E5AD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Arc 127">
              <a:extLst>
                <a:ext uri="{FF2B5EF4-FFF2-40B4-BE49-F238E27FC236}">
                  <a16:creationId xmlns:a16="http://schemas.microsoft.com/office/drawing/2014/main" xmlns="" id="{DDFE7CA2-AC7D-4CF0-A779-1F7EC6161969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xmlns="" id="{EF6B5FAD-EB1F-43DC-8B99-11CAD21D64C9}"/>
              </a:ext>
            </a:extLst>
          </p:cNvPr>
          <p:cNvGrpSpPr/>
          <p:nvPr/>
        </p:nvGrpSpPr>
        <p:grpSpPr>
          <a:xfrm>
            <a:off x="5805715" y="5717964"/>
            <a:ext cx="580573" cy="386869"/>
            <a:chOff x="5805714" y="609691"/>
            <a:chExt cx="580573" cy="386869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xmlns="" id="{B817890A-729D-4FBB-8EF7-DAFD6F73427B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Arc 130">
              <a:extLst>
                <a:ext uri="{FF2B5EF4-FFF2-40B4-BE49-F238E27FC236}">
                  <a16:creationId xmlns:a16="http://schemas.microsoft.com/office/drawing/2014/main" xmlns="" id="{EAD6132E-2435-4771-A3CC-CCE94E7A9600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xmlns="" id="{2B7006E1-B188-46BA-BAA5-15A960905F4C}"/>
              </a:ext>
            </a:extLst>
          </p:cNvPr>
          <p:cNvGrpSpPr/>
          <p:nvPr/>
        </p:nvGrpSpPr>
        <p:grpSpPr>
          <a:xfrm>
            <a:off x="5805715" y="6028988"/>
            <a:ext cx="580573" cy="386869"/>
            <a:chOff x="5805714" y="609691"/>
            <a:chExt cx="580573" cy="386869"/>
          </a:xfrm>
        </p:grpSpPr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xmlns="" id="{D01250CF-AFA1-4A19-B3C7-7F163609380B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Arc 133">
              <a:extLst>
                <a:ext uri="{FF2B5EF4-FFF2-40B4-BE49-F238E27FC236}">
                  <a16:creationId xmlns:a16="http://schemas.microsoft.com/office/drawing/2014/main" xmlns="" id="{1014BA5C-C370-44EB-84DA-2D69E36CE6C3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xmlns="" id="{AD8CB7E5-EBC4-4791-B93B-D0B41B862B83}"/>
              </a:ext>
            </a:extLst>
          </p:cNvPr>
          <p:cNvGrpSpPr/>
          <p:nvPr/>
        </p:nvGrpSpPr>
        <p:grpSpPr>
          <a:xfrm>
            <a:off x="5805715" y="6340004"/>
            <a:ext cx="580573" cy="386869"/>
            <a:chOff x="5805714" y="609691"/>
            <a:chExt cx="580573" cy="386869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xmlns="" id="{CF456FF3-391C-4C8E-A128-A413BDBBB225}"/>
                </a:ext>
              </a:extLst>
            </p:cNvPr>
            <p:cNvSpPr/>
            <p:nvPr/>
          </p:nvSpPr>
          <p:spPr>
            <a:xfrm>
              <a:off x="6126481" y="68226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Arc 136">
              <a:extLst>
                <a:ext uri="{FF2B5EF4-FFF2-40B4-BE49-F238E27FC236}">
                  <a16:creationId xmlns:a16="http://schemas.microsoft.com/office/drawing/2014/main" xmlns="" id="{8838FE2A-04D7-44E3-97C3-54338832CB9A}"/>
                </a:ext>
              </a:extLst>
            </p:cNvPr>
            <p:cNvSpPr/>
            <p:nvPr/>
          </p:nvSpPr>
          <p:spPr>
            <a:xfrm>
              <a:off x="5805714" y="609691"/>
              <a:ext cx="410553" cy="386869"/>
            </a:xfrm>
            <a:prstGeom prst="arc">
              <a:avLst>
                <a:gd name="adj1" fmla="val 4206676"/>
                <a:gd name="adj2" fmla="val 20826104"/>
              </a:avLst>
            </a:prstGeom>
            <a:ln w="50800">
              <a:gradFill>
                <a:gsLst>
                  <a:gs pos="0">
                    <a:schemeClr val="tx1"/>
                  </a:gs>
                  <a:gs pos="46000">
                    <a:schemeClr val="bg1"/>
                  </a:gs>
                  <a:gs pos="83000">
                    <a:schemeClr val="bg1">
                      <a:lumMod val="8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xmlns="" id="{A92F286C-434D-41FA-B624-1519DC144791}"/>
              </a:ext>
            </a:extLst>
          </p:cNvPr>
          <p:cNvSpPr txBox="1"/>
          <p:nvPr/>
        </p:nvSpPr>
        <p:spPr>
          <a:xfrm>
            <a:off x="6401352" y="2875002"/>
            <a:ext cx="512422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swald" panose="02000503000000000000" pitchFamily="2" charset="0"/>
              </a:rPr>
              <a:t>OSIĄGNIĘCIA 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swald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962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xmlns="" id="{C03955BB-E41C-4E77-BB48-325360470229}"/>
              </a:ext>
            </a:extLst>
          </p:cNvPr>
          <p:cNvSpPr/>
          <p:nvPr/>
        </p:nvSpPr>
        <p:spPr>
          <a:xfrm>
            <a:off x="275045" y="-5785"/>
            <a:ext cx="5681417" cy="6858000"/>
          </a:xfrm>
          <a:prstGeom prst="rect">
            <a:avLst/>
          </a:prstGeom>
          <a:solidFill>
            <a:srgbClr val="322B80"/>
          </a:solidFill>
          <a:ln>
            <a:noFill/>
          </a:ln>
          <a:effectLst>
            <a:outerShdw blurRad="50800" dist="889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3F222A8-AF2A-4292-8A95-0C3AD37A109D}"/>
              </a:ext>
            </a:extLst>
          </p:cNvPr>
          <p:cNvSpPr/>
          <p:nvPr/>
        </p:nvSpPr>
        <p:spPr>
          <a:xfrm>
            <a:off x="6096001" y="0"/>
            <a:ext cx="5660571" cy="6858000"/>
          </a:xfrm>
          <a:prstGeom prst="rect">
            <a:avLst/>
          </a:prstGeom>
          <a:solidFill>
            <a:srgbClr val="322B80"/>
          </a:solidFill>
          <a:ln>
            <a:noFill/>
          </a:ln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92E12EE0-D677-4B3E-B6CE-0E062AA8ADF2}"/>
              </a:ext>
            </a:extLst>
          </p:cNvPr>
          <p:cNvGrpSpPr/>
          <p:nvPr/>
        </p:nvGrpSpPr>
        <p:grpSpPr>
          <a:xfrm>
            <a:off x="6104709" y="119551"/>
            <a:ext cx="5541663" cy="6778315"/>
            <a:chOff x="6128872" y="119550"/>
            <a:chExt cx="5541663" cy="677831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89A7C9A0-1A85-4F30-A93E-652DADAEA768}"/>
                </a:ext>
              </a:extLst>
            </p:cNvPr>
            <p:cNvSpPr/>
            <p:nvPr/>
          </p:nvSpPr>
          <p:spPr>
            <a:xfrm>
              <a:off x="11148331" y="4069452"/>
              <a:ext cx="522204" cy="2657736"/>
            </a:xfrm>
            <a:prstGeom prst="rect">
              <a:avLst/>
            </a:prstGeom>
            <a:solidFill>
              <a:srgbClr val="C10E1A"/>
            </a:solidFill>
            <a:ln>
              <a:noFill/>
            </a:ln>
            <a:effectLst>
              <a:outerShdw blurRad="50800" dist="1270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xmlns="" id="{844EE657-B388-4FBA-B129-7B78DAC63F27}"/>
                </a:ext>
              </a:extLst>
            </p:cNvPr>
            <p:cNvSpPr/>
            <p:nvPr/>
          </p:nvSpPr>
          <p:spPr>
            <a:xfrm>
              <a:off x="6128872" y="119550"/>
              <a:ext cx="5395162" cy="6607323"/>
            </a:xfrm>
            <a:custGeom>
              <a:avLst/>
              <a:gdLst>
                <a:gd name="connsiteX0" fmla="*/ 0 w 5395162"/>
                <a:gd name="connsiteY0" fmla="*/ 0 h 6607323"/>
                <a:gd name="connsiteX1" fmla="*/ 5395162 w 5395162"/>
                <a:gd name="connsiteY1" fmla="*/ 0 h 6607323"/>
                <a:gd name="connsiteX2" fmla="*/ 5395162 w 5395162"/>
                <a:gd name="connsiteY2" fmla="*/ 3949902 h 6607323"/>
                <a:gd name="connsiteX3" fmla="*/ 5230980 w 5395162"/>
                <a:gd name="connsiteY3" fmla="*/ 3949902 h 6607323"/>
                <a:gd name="connsiteX4" fmla="*/ 5032614 w 5395162"/>
                <a:gd name="connsiteY4" fmla="*/ 4148268 h 6607323"/>
                <a:gd name="connsiteX5" fmla="*/ 5032614 w 5395162"/>
                <a:gd name="connsiteY5" fmla="*/ 6607209 h 6607323"/>
                <a:gd name="connsiteX6" fmla="*/ 5032625 w 5395162"/>
                <a:gd name="connsiteY6" fmla="*/ 6607323 h 6607323"/>
                <a:gd name="connsiteX7" fmla="*/ 0 w 5395162"/>
                <a:gd name="connsiteY7" fmla="*/ 6607323 h 660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95162" h="6607323">
                  <a:moveTo>
                    <a:pt x="0" y="0"/>
                  </a:moveTo>
                  <a:lnTo>
                    <a:pt x="5395162" y="0"/>
                  </a:lnTo>
                  <a:lnTo>
                    <a:pt x="5395162" y="3949902"/>
                  </a:lnTo>
                  <a:lnTo>
                    <a:pt x="5230980" y="3949902"/>
                  </a:lnTo>
                  <a:cubicBezTo>
                    <a:pt x="5121425" y="3949902"/>
                    <a:pt x="5032614" y="4038713"/>
                    <a:pt x="5032614" y="4148268"/>
                  </a:cubicBezTo>
                  <a:lnTo>
                    <a:pt x="5032614" y="6607209"/>
                  </a:lnTo>
                  <a:lnTo>
                    <a:pt x="5032625" y="6607323"/>
                  </a:lnTo>
                  <a:lnTo>
                    <a:pt x="0" y="6607323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  <a:effectLst>
              <a:outerShdw blurRad="508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C4AF6244-7532-4141-B434-8E2F38097B0C}"/>
                </a:ext>
              </a:extLst>
            </p:cNvPr>
            <p:cNvSpPr txBox="1"/>
            <p:nvPr/>
          </p:nvSpPr>
          <p:spPr>
            <a:xfrm>
              <a:off x="11176000" y="5231750"/>
              <a:ext cx="461665" cy="166611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pl-PL" b="1" dirty="0"/>
                <a:t>STRONA</a:t>
              </a:r>
              <a:r>
                <a:rPr lang="en-US" b="1" dirty="0"/>
                <a:t> 01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0F1A4B53-3DA8-4B08-87F6-99E2B5780CCB}"/>
              </a:ext>
            </a:extLst>
          </p:cNvPr>
          <p:cNvGrpSpPr/>
          <p:nvPr/>
        </p:nvGrpSpPr>
        <p:grpSpPr>
          <a:xfrm>
            <a:off x="5604612" y="119551"/>
            <a:ext cx="812157" cy="6607323"/>
            <a:chOff x="5604611" y="119550"/>
            <a:chExt cx="812157" cy="6607323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xmlns="" id="{D119F2DB-0E38-4A31-831F-2BAF295D2A25}"/>
                </a:ext>
              </a:extLst>
            </p:cNvPr>
            <p:cNvSpPr/>
            <p:nvPr/>
          </p:nvSpPr>
          <p:spPr>
            <a:xfrm>
              <a:off x="5635694" y="202535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xmlns="" id="{AEE5042A-E067-4FB7-BCFF-00BB33BFEDEC}"/>
                </a:ext>
              </a:extLst>
            </p:cNvPr>
            <p:cNvGrpSpPr/>
            <p:nvPr/>
          </p:nvGrpSpPr>
          <p:grpSpPr>
            <a:xfrm>
              <a:off x="5805714" y="119550"/>
              <a:ext cx="580573" cy="386869"/>
              <a:chOff x="5805714" y="609691"/>
              <a:chExt cx="580573" cy="386869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xmlns="" id="{9ECC8D50-758B-45D1-9832-058DA749338C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Arc 8">
                <a:extLst>
                  <a:ext uri="{FF2B5EF4-FFF2-40B4-BE49-F238E27FC236}">
                    <a16:creationId xmlns:a16="http://schemas.microsoft.com/office/drawing/2014/main" xmlns="" id="{FC783E55-1922-4926-8D97-EC60526709F7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333954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xmlns="" id="{FCB92E0C-F05E-4602-8A6C-A561815032EC}"/>
                </a:ext>
              </a:extLst>
            </p:cNvPr>
            <p:cNvSpPr/>
            <p:nvPr/>
          </p:nvSpPr>
          <p:spPr>
            <a:xfrm>
              <a:off x="5632035" y="503041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xmlns="" id="{E48E30C9-A74F-4C52-AD04-FC9A5CBD8258}"/>
                </a:ext>
              </a:extLst>
            </p:cNvPr>
            <p:cNvGrpSpPr/>
            <p:nvPr/>
          </p:nvGrpSpPr>
          <p:grpSpPr>
            <a:xfrm>
              <a:off x="5805714" y="430573"/>
              <a:ext cx="580573" cy="386869"/>
              <a:chOff x="5805714" y="609691"/>
              <a:chExt cx="580573" cy="386869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xmlns="" id="{9D80A7DB-810E-4588-BE25-E9F7C34D3DB1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Arc 79">
                <a:extLst>
                  <a:ext uri="{FF2B5EF4-FFF2-40B4-BE49-F238E27FC236}">
                    <a16:creationId xmlns:a16="http://schemas.microsoft.com/office/drawing/2014/main" xmlns="" id="{0CEE252C-3F6B-425D-A974-8C322FD62AA8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604954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xmlns="" id="{A4620A41-830E-412F-B7F4-82B17531460F}"/>
                </a:ext>
              </a:extLst>
            </p:cNvPr>
            <p:cNvSpPr/>
            <p:nvPr/>
          </p:nvSpPr>
          <p:spPr>
            <a:xfrm>
              <a:off x="5635694" y="817487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xmlns="" id="{B8C591D4-C50C-4B67-805A-961945693BE6}"/>
                </a:ext>
              </a:extLst>
            </p:cNvPr>
            <p:cNvSpPr/>
            <p:nvPr/>
          </p:nvSpPr>
          <p:spPr>
            <a:xfrm>
              <a:off x="5636493" y="112392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xmlns="" id="{461F08B5-15BF-4C63-B54C-7D2001EDCAD3}"/>
                </a:ext>
              </a:extLst>
            </p:cNvPr>
            <p:cNvSpPr/>
            <p:nvPr/>
          </p:nvSpPr>
          <p:spPr>
            <a:xfrm>
              <a:off x="5633303" y="1440825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xmlns="" id="{D12C5631-8C0A-4256-BD3E-88D081A7321B}"/>
                </a:ext>
              </a:extLst>
            </p:cNvPr>
            <p:cNvSpPr/>
            <p:nvPr/>
          </p:nvSpPr>
          <p:spPr>
            <a:xfrm>
              <a:off x="5641689" y="1742385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xmlns="" id="{D3030D9B-44CF-4F4E-A86E-18A79322376D}"/>
                </a:ext>
              </a:extLst>
            </p:cNvPr>
            <p:cNvSpPr/>
            <p:nvPr/>
          </p:nvSpPr>
          <p:spPr>
            <a:xfrm>
              <a:off x="5626130" y="206495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xmlns="" id="{0E9F8D11-58D9-4493-A410-DACB43B5E48F}"/>
                </a:ext>
              </a:extLst>
            </p:cNvPr>
            <p:cNvSpPr/>
            <p:nvPr/>
          </p:nvSpPr>
          <p:spPr>
            <a:xfrm>
              <a:off x="5626130" y="2372116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xmlns="" id="{880FA994-AF36-4890-A98D-4750B71B3C59}"/>
                </a:ext>
              </a:extLst>
            </p:cNvPr>
            <p:cNvSpPr/>
            <p:nvPr/>
          </p:nvSpPr>
          <p:spPr>
            <a:xfrm>
              <a:off x="5633303" y="2684520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xmlns="" id="{9E5C2FB6-992A-4537-B467-2FCB0FDBDB9F}"/>
                </a:ext>
              </a:extLst>
            </p:cNvPr>
            <p:cNvSpPr/>
            <p:nvPr/>
          </p:nvSpPr>
          <p:spPr>
            <a:xfrm>
              <a:off x="5633303" y="2985986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xmlns="" id="{73193785-12A4-408F-9E7C-27DDBEAFA7BD}"/>
                </a:ext>
              </a:extLst>
            </p:cNvPr>
            <p:cNvSpPr/>
            <p:nvPr/>
          </p:nvSpPr>
          <p:spPr>
            <a:xfrm>
              <a:off x="5626130" y="3308187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xmlns="" id="{FF68EA0C-3323-4279-9322-583E0496C340}"/>
                </a:ext>
              </a:extLst>
            </p:cNvPr>
            <p:cNvSpPr/>
            <p:nvPr/>
          </p:nvSpPr>
          <p:spPr>
            <a:xfrm>
              <a:off x="5618957" y="3615100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xmlns="" id="{DA8F7F98-A2C1-4622-86E7-4F2038831BBE}"/>
                </a:ext>
              </a:extLst>
            </p:cNvPr>
            <p:cNvSpPr/>
            <p:nvPr/>
          </p:nvSpPr>
          <p:spPr>
            <a:xfrm>
              <a:off x="5604611" y="3927247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xmlns="" id="{0A05E640-BFCE-401E-8E58-B95F9FAC8DFA}"/>
                </a:ext>
              </a:extLst>
            </p:cNvPr>
            <p:cNvSpPr/>
            <p:nvPr/>
          </p:nvSpPr>
          <p:spPr>
            <a:xfrm>
              <a:off x="5611784" y="4239143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xmlns="" id="{E054FE0A-3727-4A81-B405-7B2AD3CF46C1}"/>
                </a:ext>
              </a:extLst>
            </p:cNvPr>
            <p:cNvSpPr/>
            <p:nvPr/>
          </p:nvSpPr>
          <p:spPr>
            <a:xfrm>
              <a:off x="5604611" y="4546182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xmlns="" id="{181F776C-2AF8-48ED-A45F-6043E45954BF}"/>
                </a:ext>
              </a:extLst>
            </p:cNvPr>
            <p:cNvSpPr/>
            <p:nvPr/>
          </p:nvSpPr>
          <p:spPr>
            <a:xfrm>
              <a:off x="5609779" y="4857467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xmlns="" id="{F411B93B-64DC-40ED-8351-A38502F83EC2}"/>
                </a:ext>
              </a:extLst>
            </p:cNvPr>
            <p:cNvSpPr/>
            <p:nvPr/>
          </p:nvSpPr>
          <p:spPr>
            <a:xfrm>
              <a:off x="5618957" y="5171895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xmlns="" id="{6D4EF766-AAA1-4FD1-9EB8-BC7CCAF80F4C}"/>
                </a:ext>
              </a:extLst>
            </p:cNvPr>
            <p:cNvSpPr/>
            <p:nvPr/>
          </p:nvSpPr>
          <p:spPr>
            <a:xfrm>
              <a:off x="5611784" y="5503140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xmlns="" id="{CA3BC80A-A5C7-4031-AE04-E1DBB065F990}"/>
                </a:ext>
              </a:extLst>
            </p:cNvPr>
            <p:cNvSpPr/>
            <p:nvPr/>
          </p:nvSpPr>
          <p:spPr>
            <a:xfrm>
              <a:off x="5604611" y="5797854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xmlns="" id="{B2C4E260-0390-4C3C-B29D-AB4732D5F312}"/>
                </a:ext>
              </a:extLst>
            </p:cNvPr>
            <p:cNvSpPr/>
            <p:nvPr/>
          </p:nvSpPr>
          <p:spPr>
            <a:xfrm>
              <a:off x="5604611" y="6097210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xmlns="" id="{9CF30D03-0768-4F4A-876B-4064ADC4B962}"/>
                </a:ext>
              </a:extLst>
            </p:cNvPr>
            <p:cNvSpPr/>
            <p:nvPr/>
          </p:nvSpPr>
          <p:spPr>
            <a:xfrm>
              <a:off x="5611784" y="6412576"/>
              <a:ext cx="259806" cy="145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xmlns="" id="{BDE4CAF1-67FB-4A00-A957-F84932EF37EA}"/>
                </a:ext>
              </a:extLst>
            </p:cNvPr>
            <p:cNvGrpSpPr/>
            <p:nvPr/>
          </p:nvGrpSpPr>
          <p:grpSpPr>
            <a:xfrm>
              <a:off x="5805714" y="741596"/>
              <a:ext cx="580573" cy="386869"/>
              <a:chOff x="5805714" y="609691"/>
              <a:chExt cx="580573" cy="386869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xmlns="" id="{74C944AF-D50A-425E-A441-BD46E8CB9783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Arc 82">
                <a:extLst>
                  <a:ext uri="{FF2B5EF4-FFF2-40B4-BE49-F238E27FC236}">
                    <a16:creationId xmlns:a16="http://schemas.microsoft.com/office/drawing/2014/main" xmlns="" id="{AE95EC9D-DB78-417E-AF31-C543DE84C1EE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7575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xmlns="" id="{EC3E0684-8AE8-4214-BF7B-4AAB6B86F600}"/>
                </a:ext>
              </a:extLst>
            </p:cNvPr>
            <p:cNvGrpSpPr/>
            <p:nvPr/>
          </p:nvGrpSpPr>
          <p:grpSpPr>
            <a:xfrm>
              <a:off x="5805714" y="1052619"/>
              <a:ext cx="580573" cy="386869"/>
              <a:chOff x="5805714" y="609691"/>
              <a:chExt cx="580573" cy="386869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xmlns="" id="{CF8E04A3-B6B4-4F3C-BB6B-AF9929DDA237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Arc 85">
                <a:extLst>
                  <a:ext uri="{FF2B5EF4-FFF2-40B4-BE49-F238E27FC236}">
                    <a16:creationId xmlns:a16="http://schemas.microsoft.com/office/drawing/2014/main" xmlns="" id="{18A95974-DAB2-4BF8-9192-96278D1744CD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30485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xmlns="" id="{C97BDBFC-6DCF-4D05-9235-AF24FD08B7BA}"/>
                </a:ext>
              </a:extLst>
            </p:cNvPr>
            <p:cNvGrpSpPr/>
            <p:nvPr/>
          </p:nvGrpSpPr>
          <p:grpSpPr>
            <a:xfrm>
              <a:off x="5805714" y="1363642"/>
              <a:ext cx="580573" cy="386869"/>
              <a:chOff x="5805714" y="609691"/>
              <a:chExt cx="580573" cy="386869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xmlns="" id="{4AB8CE96-3DF3-4063-9F27-D4DB07BB75EF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Arc 88">
                <a:extLst>
                  <a:ext uri="{FF2B5EF4-FFF2-40B4-BE49-F238E27FC236}">
                    <a16:creationId xmlns:a16="http://schemas.microsoft.com/office/drawing/2014/main" xmlns="" id="{309BD817-14B6-4AA7-A1F6-6EAEFBC3A86F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09658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xmlns="" id="{C6951FED-2BD7-4859-B333-5B1CAEF8AB8D}"/>
                </a:ext>
              </a:extLst>
            </p:cNvPr>
            <p:cNvGrpSpPr/>
            <p:nvPr/>
          </p:nvGrpSpPr>
          <p:grpSpPr>
            <a:xfrm>
              <a:off x="5805714" y="1674665"/>
              <a:ext cx="580573" cy="386869"/>
              <a:chOff x="5805714" y="609691"/>
              <a:chExt cx="580573" cy="386869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xmlns="" id="{FE30C63D-F045-40E9-8C54-26DA5BDA0F44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Arc 91">
                <a:extLst>
                  <a:ext uri="{FF2B5EF4-FFF2-40B4-BE49-F238E27FC236}">
                    <a16:creationId xmlns:a16="http://schemas.microsoft.com/office/drawing/2014/main" xmlns="" id="{434A2720-2A66-40B1-AC7E-5C244C6E6EB9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7571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xmlns="" id="{3253887B-E245-4C89-84BB-C89576187B4D}"/>
                </a:ext>
              </a:extLst>
            </p:cNvPr>
            <p:cNvGrpSpPr/>
            <p:nvPr/>
          </p:nvGrpSpPr>
          <p:grpSpPr>
            <a:xfrm>
              <a:off x="5805714" y="1985688"/>
              <a:ext cx="580573" cy="386869"/>
              <a:chOff x="5805714" y="609691"/>
              <a:chExt cx="580573" cy="386869"/>
            </a:xfrm>
          </p:grpSpPr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xmlns="" id="{C2935527-C9EF-4950-89BB-EB1207B25EAD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Arc 94">
                <a:extLst>
                  <a:ext uri="{FF2B5EF4-FFF2-40B4-BE49-F238E27FC236}">
                    <a16:creationId xmlns:a16="http://schemas.microsoft.com/office/drawing/2014/main" xmlns="" id="{B885AD0D-2A97-4761-A7E2-81AE7730FF98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782495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xmlns="" id="{B20895E6-FBAD-4249-90F9-43369FD2080F}"/>
                </a:ext>
              </a:extLst>
            </p:cNvPr>
            <p:cNvGrpSpPr/>
            <p:nvPr/>
          </p:nvGrpSpPr>
          <p:grpSpPr>
            <a:xfrm>
              <a:off x="5805714" y="2296711"/>
              <a:ext cx="580573" cy="386869"/>
              <a:chOff x="5805714" y="609691"/>
              <a:chExt cx="580573" cy="386869"/>
            </a:xfrm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xmlns="" id="{416F99E9-E132-4AB6-9501-719E390B2951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Arc 97">
                <a:extLst>
                  <a:ext uri="{FF2B5EF4-FFF2-40B4-BE49-F238E27FC236}">
                    <a16:creationId xmlns:a16="http://schemas.microsoft.com/office/drawing/2014/main" xmlns="" id="{7BF41422-E1EF-4A49-906D-7C9E43200378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37911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xmlns="" id="{3A6C8FCE-3906-4A51-8C51-53A21458A79D}"/>
                </a:ext>
              </a:extLst>
            </p:cNvPr>
            <p:cNvGrpSpPr/>
            <p:nvPr/>
          </p:nvGrpSpPr>
          <p:grpSpPr>
            <a:xfrm>
              <a:off x="5805714" y="2607734"/>
              <a:ext cx="580573" cy="386869"/>
              <a:chOff x="5805714" y="609691"/>
              <a:chExt cx="580573" cy="386869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xmlns="" id="{01B7306C-C82A-4CBC-8810-B196E2B85FD9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Arc 100">
                <a:extLst>
                  <a:ext uri="{FF2B5EF4-FFF2-40B4-BE49-F238E27FC236}">
                    <a16:creationId xmlns:a16="http://schemas.microsoft.com/office/drawing/2014/main" xmlns="" id="{4309EB4B-A1C1-41B8-9E71-43E4632DE81A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17170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xmlns="" id="{C74B4894-B5D2-4362-964C-D4DC0546060A}"/>
                </a:ext>
              </a:extLst>
            </p:cNvPr>
            <p:cNvGrpSpPr/>
            <p:nvPr/>
          </p:nvGrpSpPr>
          <p:grpSpPr>
            <a:xfrm>
              <a:off x="5805714" y="2918757"/>
              <a:ext cx="580573" cy="386869"/>
              <a:chOff x="5805714" y="609691"/>
              <a:chExt cx="580573" cy="386869"/>
            </a:xfrm>
          </p:grpSpPr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xmlns="" id="{DA95D981-4D5B-4F4F-8A82-69838938508F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Arc 103">
                <a:extLst>
                  <a:ext uri="{FF2B5EF4-FFF2-40B4-BE49-F238E27FC236}">
                    <a16:creationId xmlns:a16="http://schemas.microsoft.com/office/drawing/2014/main" xmlns="" id="{E4822634-A39A-4B0D-8399-883328FCA1EE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220475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xmlns="" id="{AC0C8900-7AAE-4DAD-9853-250BA8E46217}"/>
                </a:ext>
              </a:extLst>
            </p:cNvPr>
            <p:cNvGrpSpPr/>
            <p:nvPr/>
          </p:nvGrpSpPr>
          <p:grpSpPr>
            <a:xfrm>
              <a:off x="5805714" y="3229780"/>
              <a:ext cx="580573" cy="386869"/>
              <a:chOff x="5805714" y="609691"/>
              <a:chExt cx="580573" cy="386869"/>
            </a:xfrm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xmlns="" id="{8F16C3F5-5111-4385-95DB-684995C5DA9E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Arc 106">
                <a:extLst>
                  <a:ext uri="{FF2B5EF4-FFF2-40B4-BE49-F238E27FC236}">
                    <a16:creationId xmlns:a16="http://schemas.microsoft.com/office/drawing/2014/main" xmlns="" id="{C8E4EC42-A513-472E-AE69-66EF8F71937C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648007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xmlns="" id="{B9DF2A69-06AC-4DC9-B6C7-9A1B9D012585}"/>
                </a:ext>
              </a:extLst>
            </p:cNvPr>
            <p:cNvGrpSpPr/>
            <p:nvPr/>
          </p:nvGrpSpPr>
          <p:grpSpPr>
            <a:xfrm>
              <a:off x="5805714" y="3540803"/>
              <a:ext cx="580573" cy="386869"/>
              <a:chOff x="5805714" y="609691"/>
              <a:chExt cx="580573" cy="386869"/>
            </a:xfrm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xmlns="" id="{66D59475-186E-4F7A-A501-ABEDCC08DC98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Arc 109">
                <a:extLst>
                  <a:ext uri="{FF2B5EF4-FFF2-40B4-BE49-F238E27FC236}">
                    <a16:creationId xmlns:a16="http://schemas.microsoft.com/office/drawing/2014/main" xmlns="" id="{55C929AA-C5D4-4A29-94FC-BF99C03F9430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901467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xmlns="" id="{26F5DDE8-77F1-4A19-9A73-FA16AD387091}"/>
                </a:ext>
              </a:extLst>
            </p:cNvPr>
            <p:cNvGrpSpPr/>
            <p:nvPr/>
          </p:nvGrpSpPr>
          <p:grpSpPr>
            <a:xfrm>
              <a:off x="5805714" y="3851826"/>
              <a:ext cx="580573" cy="386869"/>
              <a:chOff x="5805714" y="609691"/>
              <a:chExt cx="580573" cy="386869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xmlns="" id="{3975D25C-1E30-46E2-BA99-3037ADE31704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Arc 112">
                <a:extLst>
                  <a:ext uri="{FF2B5EF4-FFF2-40B4-BE49-F238E27FC236}">
                    <a16:creationId xmlns:a16="http://schemas.microsoft.com/office/drawing/2014/main" xmlns="" id="{5489E9B8-DC06-4350-B467-61A9DA0B02A7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023282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xmlns="" id="{0375CE18-5EC1-4881-8142-DC1BC91AD094}"/>
                </a:ext>
              </a:extLst>
            </p:cNvPr>
            <p:cNvGrpSpPr/>
            <p:nvPr/>
          </p:nvGrpSpPr>
          <p:grpSpPr>
            <a:xfrm>
              <a:off x="5805714" y="4162849"/>
              <a:ext cx="580573" cy="386869"/>
              <a:chOff x="5805714" y="609691"/>
              <a:chExt cx="580573" cy="386869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xmlns="" id="{10A76D25-919A-40D9-9554-EFE2D3956BE4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Arc 115">
                <a:extLst>
                  <a:ext uri="{FF2B5EF4-FFF2-40B4-BE49-F238E27FC236}">
                    <a16:creationId xmlns:a16="http://schemas.microsoft.com/office/drawing/2014/main" xmlns="" id="{F541D253-66CC-4C59-909C-302800ABEEFC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68103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xmlns="" id="{D86A99F9-8CBA-4BBB-88F7-14582E27C64C}"/>
                </a:ext>
              </a:extLst>
            </p:cNvPr>
            <p:cNvGrpSpPr/>
            <p:nvPr/>
          </p:nvGrpSpPr>
          <p:grpSpPr>
            <a:xfrm>
              <a:off x="5805714" y="4473872"/>
              <a:ext cx="598865" cy="386869"/>
              <a:chOff x="5805714" y="609691"/>
              <a:chExt cx="598865" cy="386869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xmlns="" id="{16259704-CA38-4525-8489-D1FECD12BDBC}"/>
                  </a:ext>
                </a:extLst>
              </p:cNvPr>
              <p:cNvSpPr/>
              <p:nvPr/>
            </p:nvSpPr>
            <p:spPr>
              <a:xfrm>
                <a:off x="6144773" y="694361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Arc 118">
                <a:extLst>
                  <a:ext uri="{FF2B5EF4-FFF2-40B4-BE49-F238E27FC236}">
                    <a16:creationId xmlns:a16="http://schemas.microsoft.com/office/drawing/2014/main" xmlns="" id="{40F4FCA1-5992-49D0-8CE6-8488CF6BAF04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88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xmlns="" id="{F5C59377-7214-4209-BA16-86D5D1DAE2B0}"/>
                </a:ext>
              </a:extLst>
            </p:cNvPr>
            <p:cNvGrpSpPr/>
            <p:nvPr/>
          </p:nvGrpSpPr>
          <p:grpSpPr>
            <a:xfrm>
              <a:off x="5805714" y="4784895"/>
              <a:ext cx="601170" cy="386869"/>
              <a:chOff x="5805714" y="609691"/>
              <a:chExt cx="601170" cy="386869"/>
            </a:xfrm>
          </p:grpSpPr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xmlns="" id="{959A5D35-C7AE-458F-BBB5-71CD3A3F97F8}"/>
                  </a:ext>
                </a:extLst>
              </p:cNvPr>
              <p:cNvSpPr/>
              <p:nvPr/>
            </p:nvSpPr>
            <p:spPr>
              <a:xfrm>
                <a:off x="6147078" y="688907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Arc 121">
                <a:extLst>
                  <a:ext uri="{FF2B5EF4-FFF2-40B4-BE49-F238E27FC236}">
                    <a16:creationId xmlns:a16="http://schemas.microsoft.com/office/drawing/2014/main" xmlns="" id="{F490A229-65A6-4DFF-870F-4B92A114A66A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46438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xmlns="" id="{9EC6FFFF-2006-4366-8566-0113AD9F036A}"/>
                </a:ext>
              </a:extLst>
            </p:cNvPr>
            <p:cNvGrpSpPr/>
            <p:nvPr/>
          </p:nvGrpSpPr>
          <p:grpSpPr>
            <a:xfrm>
              <a:off x="5805714" y="5095918"/>
              <a:ext cx="606488" cy="386869"/>
              <a:chOff x="5805714" y="609691"/>
              <a:chExt cx="606488" cy="386869"/>
            </a:xfrm>
          </p:grpSpPr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xmlns="" id="{595E399E-0521-4D5B-914F-29C3ADDF2B72}"/>
                  </a:ext>
                </a:extLst>
              </p:cNvPr>
              <p:cNvSpPr/>
              <p:nvPr/>
            </p:nvSpPr>
            <p:spPr>
              <a:xfrm>
                <a:off x="6152396" y="678938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Arc 124">
                <a:extLst>
                  <a:ext uri="{FF2B5EF4-FFF2-40B4-BE49-F238E27FC236}">
                    <a16:creationId xmlns:a16="http://schemas.microsoft.com/office/drawing/2014/main" xmlns="" id="{14739334-2472-4756-B880-7780C40DA407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22511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xmlns="" id="{6D7FEFCF-F5E2-48A4-8DA2-466E3FA530E8}"/>
                </a:ext>
              </a:extLst>
            </p:cNvPr>
            <p:cNvGrpSpPr/>
            <p:nvPr/>
          </p:nvGrpSpPr>
          <p:grpSpPr>
            <a:xfrm>
              <a:off x="5805714" y="5406941"/>
              <a:ext cx="597310" cy="386869"/>
              <a:chOff x="5805714" y="609691"/>
              <a:chExt cx="597310" cy="386869"/>
            </a:xfrm>
          </p:grpSpPr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xmlns="" id="{5B8C7798-2FB8-447C-BA5C-ECB75C74E5AD}"/>
                  </a:ext>
                </a:extLst>
              </p:cNvPr>
              <p:cNvSpPr/>
              <p:nvPr/>
            </p:nvSpPr>
            <p:spPr>
              <a:xfrm>
                <a:off x="6143218" y="685582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Arc 127">
                <a:extLst>
                  <a:ext uri="{FF2B5EF4-FFF2-40B4-BE49-F238E27FC236}">
                    <a16:creationId xmlns:a16="http://schemas.microsoft.com/office/drawing/2014/main" xmlns="" id="{DDFE7CA2-AC7D-4CF0-A779-1F7EC6161969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79167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xmlns="" id="{EF6B5FAD-EB1F-43DC-8B99-11CAD21D64C9}"/>
                </a:ext>
              </a:extLst>
            </p:cNvPr>
            <p:cNvGrpSpPr/>
            <p:nvPr/>
          </p:nvGrpSpPr>
          <p:grpSpPr>
            <a:xfrm>
              <a:off x="5805714" y="5717964"/>
              <a:ext cx="611054" cy="386869"/>
              <a:chOff x="5805714" y="609691"/>
              <a:chExt cx="611054" cy="386869"/>
            </a:xfrm>
          </p:grpSpPr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xmlns="" id="{B817890A-729D-4FBB-8EF7-DAFD6F73427B}"/>
                  </a:ext>
                </a:extLst>
              </p:cNvPr>
              <p:cNvSpPr/>
              <p:nvPr/>
            </p:nvSpPr>
            <p:spPr>
              <a:xfrm>
                <a:off x="6156962" y="666847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Arc 130">
                <a:extLst>
                  <a:ext uri="{FF2B5EF4-FFF2-40B4-BE49-F238E27FC236}">
                    <a16:creationId xmlns:a16="http://schemas.microsoft.com/office/drawing/2014/main" xmlns="" id="{EAD6132E-2435-4771-A3CC-CCE94E7A9600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992407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xmlns="" id="{2B7006E1-B188-46BA-BAA5-15A960905F4C}"/>
                </a:ext>
              </a:extLst>
            </p:cNvPr>
            <p:cNvGrpSpPr/>
            <p:nvPr/>
          </p:nvGrpSpPr>
          <p:grpSpPr>
            <a:xfrm>
              <a:off x="5805714" y="6028987"/>
              <a:ext cx="606488" cy="386869"/>
              <a:chOff x="5805714" y="609691"/>
              <a:chExt cx="606488" cy="386869"/>
            </a:xfrm>
          </p:grpSpPr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xmlns="" id="{D01250CF-AFA1-4A19-B3C7-7F163609380B}"/>
                  </a:ext>
                </a:extLst>
              </p:cNvPr>
              <p:cNvSpPr/>
              <p:nvPr/>
            </p:nvSpPr>
            <p:spPr>
              <a:xfrm>
                <a:off x="6152396" y="692226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Arc 133">
                <a:extLst>
                  <a:ext uri="{FF2B5EF4-FFF2-40B4-BE49-F238E27FC236}">
                    <a16:creationId xmlns:a16="http://schemas.microsoft.com/office/drawing/2014/main" xmlns="" id="{1014BA5C-C370-44EB-84DA-2D69E36CE6C3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97210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xmlns="" id="{AD8CB7E5-EBC4-4791-B93B-D0B41B862B83}"/>
                </a:ext>
              </a:extLst>
            </p:cNvPr>
            <p:cNvGrpSpPr/>
            <p:nvPr/>
          </p:nvGrpSpPr>
          <p:grpSpPr>
            <a:xfrm>
              <a:off x="5805714" y="6340004"/>
              <a:ext cx="580573" cy="386869"/>
              <a:chOff x="5805714" y="609691"/>
              <a:chExt cx="580573" cy="386869"/>
            </a:xfrm>
          </p:grpSpPr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xmlns="" id="{CF456FF3-391C-4C8E-A128-A413BDBBB225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Arc 136">
                <a:extLst>
                  <a:ext uri="{FF2B5EF4-FFF2-40B4-BE49-F238E27FC236}">
                    <a16:creationId xmlns:a16="http://schemas.microsoft.com/office/drawing/2014/main" xmlns="" id="{8838FE2A-04D7-44E3-97C3-54338832CB9A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29801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A965834C-80E1-4270-9F5A-A3582A7BB7F7}"/>
              </a:ext>
            </a:extLst>
          </p:cNvPr>
          <p:cNvSpPr txBox="1"/>
          <p:nvPr/>
        </p:nvSpPr>
        <p:spPr>
          <a:xfrm>
            <a:off x="6557896" y="434945"/>
            <a:ext cx="45250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 dirty="0">
                <a:latin typeface="Hand Of Sean" panose="02000500000000000000" pitchFamily="2" charset="-128"/>
                <a:ea typeface="Hand Of Sean" panose="02000500000000000000" pitchFamily="2" charset="-128"/>
              </a:rPr>
              <a:t>Olimpiada Wiedzy o Prawie</a:t>
            </a:r>
            <a:endParaRPr lang="en-US" sz="1600" b="1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</p:txBody>
      </p:sp>
      <p:sp>
        <p:nvSpPr>
          <p:cNvPr id="148" name="TextBox 21">
            <a:extLst>
              <a:ext uri="{FF2B5EF4-FFF2-40B4-BE49-F238E27FC236}">
                <a16:creationId xmlns="" xmlns:a16="http://schemas.microsoft.com/office/drawing/2014/main" id="{77554162-8FC4-47E5-A14D-FAA80F7E6F08}"/>
              </a:ext>
            </a:extLst>
          </p:cNvPr>
          <p:cNvSpPr txBox="1"/>
          <p:nvPr/>
        </p:nvSpPr>
        <p:spPr>
          <a:xfrm>
            <a:off x="6557896" y="871618"/>
            <a:ext cx="49637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Jan </a:t>
            </a:r>
            <a:r>
              <a:rPr lang="en-US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Pasko-Porys</a:t>
            </a:r>
            <a:endParaRPr lang="en-US" sz="12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  <a:p>
            <a:pPr>
              <a:lnSpc>
                <a:spcPct val="200000"/>
              </a:lnSpc>
            </a:pPr>
            <a:r>
              <a:rPr lang="en-US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Zofia</a:t>
            </a:r>
            <a:r>
              <a:rPr lang="en-US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 </a:t>
            </a:r>
            <a:r>
              <a:rPr lang="en-US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Woss</a:t>
            </a:r>
            <a:endParaRPr lang="en-US" sz="12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</p:txBody>
      </p:sp>
      <p:sp>
        <p:nvSpPr>
          <p:cNvPr id="149" name="TextBox 20">
            <a:extLst>
              <a:ext uri="{FF2B5EF4-FFF2-40B4-BE49-F238E27FC236}">
                <a16:creationId xmlns:a16="http://schemas.microsoft.com/office/drawing/2014/main" xmlns="" id="{A965834C-80E1-4270-9F5A-A3582A7BB7F7}"/>
              </a:ext>
            </a:extLst>
          </p:cNvPr>
          <p:cNvSpPr txBox="1"/>
          <p:nvPr/>
        </p:nvSpPr>
        <p:spPr>
          <a:xfrm>
            <a:off x="6557896" y="1708401"/>
            <a:ext cx="4525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 dirty="0">
                <a:latin typeface="Hand Of Sean" panose="02000500000000000000" pitchFamily="2" charset="-128"/>
                <a:ea typeface="Hand Of Sean" panose="02000500000000000000" pitchFamily="2" charset="-128"/>
              </a:rPr>
              <a:t>Olimpiada Wiedzy o Polsce i Świecie Współczesnym</a:t>
            </a:r>
            <a:endParaRPr lang="en-US" sz="1600" b="1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</p:txBody>
      </p:sp>
      <p:sp>
        <p:nvSpPr>
          <p:cNvPr id="150" name="TextBox 21">
            <a:extLst>
              <a:ext uri="{FF2B5EF4-FFF2-40B4-BE49-F238E27FC236}">
                <a16:creationId xmlns="" xmlns:a16="http://schemas.microsoft.com/office/drawing/2014/main" id="{77554162-8FC4-47E5-A14D-FAA80F7E6F08}"/>
              </a:ext>
            </a:extLst>
          </p:cNvPr>
          <p:cNvSpPr txBox="1"/>
          <p:nvPr/>
        </p:nvSpPr>
        <p:spPr>
          <a:xfrm>
            <a:off x="6557896" y="2391295"/>
            <a:ext cx="4963748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Jan </a:t>
            </a:r>
            <a:r>
              <a:rPr lang="en-US" sz="1200" dirty="0" err="1" smtClean="0">
                <a:latin typeface="Hand Of Sean" panose="02000500000000000000" pitchFamily="2" charset="-128"/>
                <a:ea typeface="Hand Of Sean" panose="02000500000000000000" pitchFamily="2" charset="-128"/>
              </a:rPr>
              <a:t>Pasko-Porys</a:t>
            </a:r>
            <a:endParaRPr lang="en-US" sz="12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</p:txBody>
      </p:sp>
      <p:sp>
        <p:nvSpPr>
          <p:cNvPr id="151" name="TextBox 20">
            <a:extLst>
              <a:ext uri="{FF2B5EF4-FFF2-40B4-BE49-F238E27FC236}">
                <a16:creationId xmlns:a16="http://schemas.microsoft.com/office/drawing/2014/main" xmlns="" id="{A965834C-80E1-4270-9F5A-A3582A7BB7F7}"/>
              </a:ext>
            </a:extLst>
          </p:cNvPr>
          <p:cNvSpPr txBox="1"/>
          <p:nvPr/>
        </p:nvSpPr>
        <p:spPr>
          <a:xfrm>
            <a:off x="6557896" y="2979105"/>
            <a:ext cx="45250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 dirty="0">
                <a:latin typeface="Hand Of Sean" panose="02000500000000000000" pitchFamily="2" charset="-128"/>
                <a:ea typeface="Hand Of Sean" panose="02000500000000000000" pitchFamily="2" charset="-128"/>
              </a:rPr>
              <a:t>Ogólnopolski Konkurs „Senat Rzeczypospolitej Polskiej -jego rola i znaczenie w systemie politycznym Rzeczpospolitej Polskiej”</a:t>
            </a:r>
            <a:endParaRPr lang="en-US" sz="1600" b="1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</p:txBody>
      </p:sp>
      <p:sp>
        <p:nvSpPr>
          <p:cNvPr id="152" name="TextBox 21">
            <a:extLst>
              <a:ext uri="{FF2B5EF4-FFF2-40B4-BE49-F238E27FC236}">
                <a16:creationId xmlns="" xmlns:a16="http://schemas.microsoft.com/office/drawing/2014/main" id="{77554162-8FC4-47E5-A14D-FAA80F7E6F08}"/>
              </a:ext>
            </a:extLst>
          </p:cNvPr>
          <p:cNvSpPr txBox="1"/>
          <p:nvPr/>
        </p:nvSpPr>
        <p:spPr>
          <a:xfrm>
            <a:off x="6557896" y="4400665"/>
            <a:ext cx="4963748" cy="61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Jan </a:t>
            </a:r>
            <a:r>
              <a:rPr lang="en-US" sz="1200" dirty="0" err="1" smtClean="0">
                <a:latin typeface="Hand Of Sean" panose="02000500000000000000" pitchFamily="2" charset="-128"/>
                <a:ea typeface="Hand Of Sean" panose="02000500000000000000" pitchFamily="2" charset="-128"/>
              </a:rPr>
              <a:t>Pasko-Porys</a:t>
            </a:r>
            <a:endParaRPr lang="pl-PL" sz="1200" dirty="0" smtClean="0">
              <a:latin typeface="Hand Of Sean" panose="02000500000000000000" pitchFamily="2" charset="-128"/>
              <a:ea typeface="Hand Of Sean" panose="02000500000000000000" pitchFamily="2" charset="-128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Hubert </a:t>
            </a:r>
            <a:r>
              <a:rPr lang="en-US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Judycki</a:t>
            </a:r>
            <a:endParaRPr lang="en-US" sz="12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50578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xmlns="" id="{C03955BB-E41C-4E77-BB48-325360470229}"/>
              </a:ext>
            </a:extLst>
          </p:cNvPr>
          <p:cNvSpPr/>
          <p:nvPr/>
        </p:nvSpPr>
        <p:spPr>
          <a:xfrm>
            <a:off x="275045" y="-5785"/>
            <a:ext cx="5681417" cy="6858000"/>
          </a:xfrm>
          <a:prstGeom prst="rect">
            <a:avLst/>
          </a:prstGeom>
          <a:solidFill>
            <a:srgbClr val="322B80"/>
          </a:solidFill>
          <a:ln>
            <a:noFill/>
          </a:ln>
          <a:effectLst>
            <a:outerShdw blurRad="50800" dist="889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3F222A8-AF2A-4292-8A95-0C3AD37A109D}"/>
              </a:ext>
            </a:extLst>
          </p:cNvPr>
          <p:cNvSpPr/>
          <p:nvPr/>
        </p:nvSpPr>
        <p:spPr>
          <a:xfrm>
            <a:off x="6096001" y="0"/>
            <a:ext cx="5660571" cy="6858000"/>
          </a:xfrm>
          <a:prstGeom prst="rect">
            <a:avLst/>
          </a:prstGeom>
          <a:solidFill>
            <a:srgbClr val="322B80"/>
          </a:solidFill>
          <a:ln>
            <a:noFill/>
          </a:ln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0" name="Group 189">
            <a:extLst>
              <a:ext uri="{FF2B5EF4-FFF2-40B4-BE49-F238E27FC236}">
                <a16:creationId xmlns:a16="http://schemas.microsoft.com/office/drawing/2014/main" xmlns="" id="{B1C4F1B1-18D1-4F24-A7B4-A913BFFF45E6}"/>
              </a:ext>
            </a:extLst>
          </p:cNvPr>
          <p:cNvGrpSpPr/>
          <p:nvPr/>
        </p:nvGrpSpPr>
        <p:grpSpPr>
          <a:xfrm>
            <a:off x="6162613" y="119551"/>
            <a:ext cx="5541663" cy="6662468"/>
            <a:chOff x="6128872" y="119550"/>
            <a:chExt cx="5541663" cy="6662468"/>
          </a:xfrm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xmlns="" id="{479DEB60-7570-45B4-8336-36827F8A3ED2}"/>
                </a:ext>
              </a:extLst>
            </p:cNvPr>
            <p:cNvSpPr/>
            <p:nvPr/>
          </p:nvSpPr>
          <p:spPr>
            <a:xfrm>
              <a:off x="11148331" y="4069452"/>
              <a:ext cx="522204" cy="2657736"/>
            </a:xfrm>
            <a:prstGeom prst="rect">
              <a:avLst/>
            </a:prstGeom>
            <a:solidFill>
              <a:srgbClr val="C10E1A"/>
            </a:solidFill>
            <a:ln>
              <a:noFill/>
            </a:ln>
            <a:effectLst>
              <a:outerShdw blurRad="508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xmlns="" id="{1F0B4A1C-B94A-47CE-AED1-2D2A4BE4CFF9}"/>
                </a:ext>
              </a:extLst>
            </p:cNvPr>
            <p:cNvSpPr/>
            <p:nvPr/>
          </p:nvSpPr>
          <p:spPr>
            <a:xfrm>
              <a:off x="6128872" y="119550"/>
              <a:ext cx="5395162" cy="6607323"/>
            </a:xfrm>
            <a:custGeom>
              <a:avLst/>
              <a:gdLst>
                <a:gd name="connsiteX0" fmla="*/ 0 w 5395162"/>
                <a:gd name="connsiteY0" fmla="*/ 0 h 6607323"/>
                <a:gd name="connsiteX1" fmla="*/ 5395162 w 5395162"/>
                <a:gd name="connsiteY1" fmla="*/ 0 h 6607323"/>
                <a:gd name="connsiteX2" fmla="*/ 5395162 w 5395162"/>
                <a:gd name="connsiteY2" fmla="*/ 3949902 h 6607323"/>
                <a:gd name="connsiteX3" fmla="*/ 5230980 w 5395162"/>
                <a:gd name="connsiteY3" fmla="*/ 3949902 h 6607323"/>
                <a:gd name="connsiteX4" fmla="*/ 5032614 w 5395162"/>
                <a:gd name="connsiteY4" fmla="*/ 4148268 h 6607323"/>
                <a:gd name="connsiteX5" fmla="*/ 5032614 w 5395162"/>
                <a:gd name="connsiteY5" fmla="*/ 6607209 h 6607323"/>
                <a:gd name="connsiteX6" fmla="*/ 5032625 w 5395162"/>
                <a:gd name="connsiteY6" fmla="*/ 6607323 h 6607323"/>
                <a:gd name="connsiteX7" fmla="*/ 0 w 5395162"/>
                <a:gd name="connsiteY7" fmla="*/ 6607323 h 660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95162" h="6607323">
                  <a:moveTo>
                    <a:pt x="0" y="0"/>
                  </a:moveTo>
                  <a:lnTo>
                    <a:pt x="5395162" y="0"/>
                  </a:lnTo>
                  <a:lnTo>
                    <a:pt x="5395162" y="3949902"/>
                  </a:lnTo>
                  <a:lnTo>
                    <a:pt x="5230980" y="3949902"/>
                  </a:lnTo>
                  <a:cubicBezTo>
                    <a:pt x="5121425" y="3949902"/>
                    <a:pt x="5032614" y="4038713"/>
                    <a:pt x="5032614" y="4148268"/>
                  </a:cubicBezTo>
                  <a:lnTo>
                    <a:pt x="5032614" y="6607209"/>
                  </a:lnTo>
                  <a:lnTo>
                    <a:pt x="5032625" y="6607323"/>
                  </a:lnTo>
                  <a:lnTo>
                    <a:pt x="0" y="6607323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  <a:effectLst>
              <a:outerShdw blurRad="508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xmlns="" id="{B1FBF4D5-CE44-480D-BC29-B88EB2D96005}"/>
                </a:ext>
              </a:extLst>
            </p:cNvPr>
            <p:cNvSpPr txBox="1"/>
            <p:nvPr/>
          </p:nvSpPr>
          <p:spPr>
            <a:xfrm>
              <a:off x="11165068" y="5479513"/>
              <a:ext cx="461665" cy="130250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pl-PL" b="1" dirty="0"/>
                <a:t>STRONA</a:t>
              </a:r>
              <a:r>
                <a:rPr lang="en-US" b="1" dirty="0"/>
                <a:t> 0</a:t>
              </a:r>
              <a:r>
                <a:rPr lang="pl-PL" b="1" dirty="0"/>
                <a:t>3</a:t>
              </a:r>
              <a:endParaRPr lang="en-US" b="1" dirty="0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xmlns="" id="{4D3EC6F6-41B8-42EA-9450-9660D30297B3}"/>
              </a:ext>
            </a:extLst>
          </p:cNvPr>
          <p:cNvGrpSpPr/>
          <p:nvPr/>
        </p:nvGrpSpPr>
        <p:grpSpPr>
          <a:xfrm flipH="1">
            <a:off x="334710" y="89190"/>
            <a:ext cx="5558399" cy="6630703"/>
            <a:chOff x="6128872" y="119550"/>
            <a:chExt cx="5558399" cy="6630702"/>
          </a:xfrm>
        </p:grpSpPr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xmlns="" id="{BC45525F-CA64-4D1D-A75E-E6290B229999}"/>
                </a:ext>
              </a:extLst>
            </p:cNvPr>
            <p:cNvSpPr/>
            <p:nvPr/>
          </p:nvSpPr>
          <p:spPr>
            <a:xfrm>
              <a:off x="11165067" y="4092516"/>
              <a:ext cx="522204" cy="2657736"/>
            </a:xfrm>
            <a:prstGeom prst="rect">
              <a:avLst/>
            </a:prstGeom>
            <a:solidFill>
              <a:srgbClr val="C10E1A"/>
            </a:solidFill>
            <a:ln>
              <a:noFill/>
            </a:ln>
            <a:effectLst>
              <a:outerShdw blurRad="508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xmlns="" id="{4CCDAA36-0014-487F-9FC8-FB18AD79A536}"/>
                </a:ext>
              </a:extLst>
            </p:cNvPr>
            <p:cNvSpPr/>
            <p:nvPr/>
          </p:nvSpPr>
          <p:spPr>
            <a:xfrm>
              <a:off x="6128872" y="119550"/>
              <a:ext cx="5395162" cy="6607323"/>
            </a:xfrm>
            <a:custGeom>
              <a:avLst/>
              <a:gdLst>
                <a:gd name="connsiteX0" fmla="*/ 0 w 5395162"/>
                <a:gd name="connsiteY0" fmla="*/ 0 h 6607323"/>
                <a:gd name="connsiteX1" fmla="*/ 5395162 w 5395162"/>
                <a:gd name="connsiteY1" fmla="*/ 0 h 6607323"/>
                <a:gd name="connsiteX2" fmla="*/ 5395162 w 5395162"/>
                <a:gd name="connsiteY2" fmla="*/ 3949902 h 6607323"/>
                <a:gd name="connsiteX3" fmla="*/ 5230980 w 5395162"/>
                <a:gd name="connsiteY3" fmla="*/ 3949902 h 6607323"/>
                <a:gd name="connsiteX4" fmla="*/ 5032614 w 5395162"/>
                <a:gd name="connsiteY4" fmla="*/ 4148268 h 6607323"/>
                <a:gd name="connsiteX5" fmla="*/ 5032614 w 5395162"/>
                <a:gd name="connsiteY5" fmla="*/ 6607209 h 6607323"/>
                <a:gd name="connsiteX6" fmla="*/ 5032625 w 5395162"/>
                <a:gd name="connsiteY6" fmla="*/ 6607323 h 6607323"/>
                <a:gd name="connsiteX7" fmla="*/ 0 w 5395162"/>
                <a:gd name="connsiteY7" fmla="*/ 6607323 h 660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95162" h="6607323">
                  <a:moveTo>
                    <a:pt x="0" y="0"/>
                  </a:moveTo>
                  <a:lnTo>
                    <a:pt x="5395162" y="0"/>
                  </a:lnTo>
                  <a:lnTo>
                    <a:pt x="5395162" y="3949902"/>
                  </a:lnTo>
                  <a:lnTo>
                    <a:pt x="5230980" y="3949902"/>
                  </a:lnTo>
                  <a:cubicBezTo>
                    <a:pt x="5121425" y="3949902"/>
                    <a:pt x="5032614" y="4038713"/>
                    <a:pt x="5032614" y="4148268"/>
                  </a:cubicBezTo>
                  <a:lnTo>
                    <a:pt x="5032614" y="6607209"/>
                  </a:lnTo>
                  <a:lnTo>
                    <a:pt x="5032625" y="6607323"/>
                  </a:lnTo>
                  <a:lnTo>
                    <a:pt x="0" y="6607323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  <a:effectLst>
              <a:outerShdw blurRad="50800" dist="762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xmlns="" id="{028D77CE-26CC-48A3-92E2-0D112FD9E9FA}"/>
                </a:ext>
              </a:extLst>
            </p:cNvPr>
            <p:cNvSpPr txBox="1"/>
            <p:nvPr/>
          </p:nvSpPr>
          <p:spPr>
            <a:xfrm>
              <a:off x="11176000" y="5437301"/>
              <a:ext cx="461665" cy="130250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pl-PL" b="1" dirty="0"/>
                <a:t>STRONA</a:t>
              </a:r>
              <a:r>
                <a:rPr lang="en-US" b="1" dirty="0"/>
                <a:t> 0</a:t>
              </a:r>
              <a:r>
                <a:rPr lang="pl-PL" b="1" dirty="0"/>
                <a:t>2</a:t>
              </a:r>
              <a:endParaRPr lang="en-US" b="1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0F1A4B53-3DA8-4B08-87F6-99E2B5780CCB}"/>
              </a:ext>
            </a:extLst>
          </p:cNvPr>
          <p:cNvGrpSpPr/>
          <p:nvPr/>
        </p:nvGrpSpPr>
        <p:grpSpPr>
          <a:xfrm>
            <a:off x="5599565" y="119551"/>
            <a:ext cx="793897" cy="6607323"/>
            <a:chOff x="5599563" y="119550"/>
            <a:chExt cx="793897" cy="6607323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xmlns="" id="{D119F2DB-0E38-4A31-831F-2BAF295D2A25}"/>
                </a:ext>
              </a:extLst>
            </p:cNvPr>
            <p:cNvSpPr/>
            <p:nvPr/>
          </p:nvSpPr>
          <p:spPr>
            <a:xfrm>
              <a:off x="5613909" y="205615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xmlns="" id="{AEE5042A-E067-4FB7-BCFF-00BB33BFEDEC}"/>
                </a:ext>
              </a:extLst>
            </p:cNvPr>
            <p:cNvGrpSpPr/>
            <p:nvPr/>
          </p:nvGrpSpPr>
          <p:grpSpPr>
            <a:xfrm>
              <a:off x="5805714" y="119550"/>
              <a:ext cx="587746" cy="386869"/>
              <a:chOff x="5805714" y="609691"/>
              <a:chExt cx="587746" cy="386869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xmlns="" id="{9ECC8D50-758B-45D1-9832-058DA749338C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Arc 8">
                <a:extLst>
                  <a:ext uri="{FF2B5EF4-FFF2-40B4-BE49-F238E27FC236}">
                    <a16:creationId xmlns:a16="http://schemas.microsoft.com/office/drawing/2014/main" xmlns="" id="{FC783E55-1922-4926-8D97-EC60526709F7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333954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xmlns="" id="{FCB92E0C-F05E-4602-8A6C-A561815032EC}"/>
                </a:ext>
              </a:extLst>
            </p:cNvPr>
            <p:cNvSpPr/>
            <p:nvPr/>
          </p:nvSpPr>
          <p:spPr>
            <a:xfrm>
              <a:off x="5626987" y="482302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xmlns="" id="{E48E30C9-A74F-4C52-AD04-FC9A5CBD8258}"/>
                </a:ext>
              </a:extLst>
            </p:cNvPr>
            <p:cNvGrpSpPr/>
            <p:nvPr/>
          </p:nvGrpSpPr>
          <p:grpSpPr>
            <a:xfrm>
              <a:off x="5805714" y="430573"/>
              <a:ext cx="587746" cy="386869"/>
              <a:chOff x="5805714" y="609691"/>
              <a:chExt cx="587746" cy="386869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xmlns="" id="{9D80A7DB-810E-4588-BE25-E9F7C34D3DB1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Arc 79">
                <a:extLst>
                  <a:ext uri="{FF2B5EF4-FFF2-40B4-BE49-F238E27FC236}">
                    <a16:creationId xmlns:a16="http://schemas.microsoft.com/office/drawing/2014/main" xmlns="" id="{0CEE252C-3F6B-425D-A974-8C322FD62AA8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604954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xmlns="" id="{A4620A41-830E-412F-B7F4-82B17531460F}"/>
                </a:ext>
              </a:extLst>
            </p:cNvPr>
            <p:cNvSpPr/>
            <p:nvPr/>
          </p:nvSpPr>
          <p:spPr>
            <a:xfrm>
              <a:off x="5615436" y="806190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xmlns="" id="{B8C591D4-C50C-4B67-805A-961945693BE6}"/>
                </a:ext>
              </a:extLst>
            </p:cNvPr>
            <p:cNvSpPr/>
            <p:nvPr/>
          </p:nvSpPr>
          <p:spPr>
            <a:xfrm>
              <a:off x="5611655" y="1106598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xmlns="" id="{461F08B5-15BF-4C63-B54C-7D2001EDCAD3}"/>
                </a:ext>
              </a:extLst>
            </p:cNvPr>
            <p:cNvSpPr/>
            <p:nvPr/>
          </p:nvSpPr>
          <p:spPr>
            <a:xfrm>
              <a:off x="5612847" y="1430189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xmlns="" id="{D12C5631-8C0A-4256-BD3E-88D081A7321B}"/>
                </a:ext>
              </a:extLst>
            </p:cNvPr>
            <p:cNvSpPr/>
            <p:nvPr/>
          </p:nvSpPr>
          <p:spPr>
            <a:xfrm>
              <a:off x="5620749" y="1722081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xmlns="" id="{D3030D9B-44CF-4F4E-A86E-18A79322376D}"/>
                </a:ext>
              </a:extLst>
            </p:cNvPr>
            <p:cNvSpPr/>
            <p:nvPr/>
          </p:nvSpPr>
          <p:spPr>
            <a:xfrm>
              <a:off x="5626130" y="2049206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xmlns="" id="{0E9F8D11-58D9-4493-A410-DACB43B5E48F}"/>
                </a:ext>
              </a:extLst>
            </p:cNvPr>
            <p:cNvSpPr/>
            <p:nvPr/>
          </p:nvSpPr>
          <p:spPr>
            <a:xfrm>
              <a:off x="5621082" y="2351377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xmlns="" id="{880FA994-AF36-4890-A98D-4750B71B3C59}"/>
                </a:ext>
              </a:extLst>
            </p:cNvPr>
            <p:cNvSpPr/>
            <p:nvPr/>
          </p:nvSpPr>
          <p:spPr>
            <a:xfrm>
              <a:off x="5628255" y="2663781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xmlns="" id="{9E5C2FB6-992A-4537-B467-2FCB0FDBDB9F}"/>
                </a:ext>
              </a:extLst>
            </p:cNvPr>
            <p:cNvSpPr/>
            <p:nvPr/>
          </p:nvSpPr>
          <p:spPr>
            <a:xfrm>
              <a:off x="5628255" y="2965247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xmlns="" id="{73193785-12A4-408F-9E7C-27DDBEAFA7BD}"/>
                </a:ext>
              </a:extLst>
            </p:cNvPr>
            <p:cNvSpPr/>
            <p:nvPr/>
          </p:nvSpPr>
          <p:spPr>
            <a:xfrm>
              <a:off x="5621082" y="3287448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xmlns="" id="{FF68EA0C-3323-4279-9322-583E0496C340}"/>
                </a:ext>
              </a:extLst>
            </p:cNvPr>
            <p:cNvSpPr/>
            <p:nvPr/>
          </p:nvSpPr>
          <p:spPr>
            <a:xfrm>
              <a:off x="5613909" y="3594361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xmlns="" id="{DA8F7F98-A2C1-4622-86E7-4F2038831BBE}"/>
                </a:ext>
              </a:extLst>
            </p:cNvPr>
            <p:cNvSpPr/>
            <p:nvPr/>
          </p:nvSpPr>
          <p:spPr>
            <a:xfrm>
              <a:off x="5599563" y="3906508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xmlns="" id="{0A05E640-BFCE-401E-8E58-B95F9FAC8DFA}"/>
                </a:ext>
              </a:extLst>
            </p:cNvPr>
            <p:cNvSpPr/>
            <p:nvPr/>
          </p:nvSpPr>
          <p:spPr>
            <a:xfrm>
              <a:off x="5606736" y="4234151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xmlns="" id="{E054FE0A-3727-4A81-B405-7B2AD3CF46C1}"/>
                </a:ext>
              </a:extLst>
            </p:cNvPr>
            <p:cNvSpPr/>
            <p:nvPr/>
          </p:nvSpPr>
          <p:spPr>
            <a:xfrm>
              <a:off x="5599563" y="4541190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xmlns="" id="{181F776C-2AF8-48ED-A45F-6043E45954BF}"/>
                </a:ext>
              </a:extLst>
            </p:cNvPr>
            <p:cNvSpPr/>
            <p:nvPr/>
          </p:nvSpPr>
          <p:spPr>
            <a:xfrm>
              <a:off x="5609779" y="4865090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xmlns="" id="{F411B93B-64DC-40ED-8351-A38502F83EC2}"/>
                </a:ext>
              </a:extLst>
            </p:cNvPr>
            <p:cNvSpPr/>
            <p:nvPr/>
          </p:nvSpPr>
          <p:spPr>
            <a:xfrm>
              <a:off x="5618957" y="5179518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xmlns="" id="{6D4EF766-AAA1-4FD1-9EB8-BC7CCAF80F4C}"/>
                </a:ext>
              </a:extLst>
            </p:cNvPr>
            <p:cNvSpPr/>
            <p:nvPr/>
          </p:nvSpPr>
          <p:spPr>
            <a:xfrm>
              <a:off x="5611784" y="5510763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xmlns="" id="{CA3BC80A-A5C7-4031-AE04-E1DBB065F990}"/>
                </a:ext>
              </a:extLst>
            </p:cNvPr>
            <p:cNvSpPr/>
            <p:nvPr/>
          </p:nvSpPr>
          <p:spPr>
            <a:xfrm>
              <a:off x="5604611" y="5805477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xmlns="" id="{B2C4E260-0390-4C3C-B29D-AB4732D5F312}"/>
                </a:ext>
              </a:extLst>
            </p:cNvPr>
            <p:cNvSpPr/>
            <p:nvPr/>
          </p:nvSpPr>
          <p:spPr>
            <a:xfrm>
              <a:off x="5604611" y="6104833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xmlns="" id="{9CF30D03-0768-4F4A-876B-4064ADC4B962}"/>
                </a:ext>
              </a:extLst>
            </p:cNvPr>
            <p:cNvSpPr/>
            <p:nvPr/>
          </p:nvSpPr>
          <p:spPr>
            <a:xfrm>
              <a:off x="5611784" y="6412576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xmlns="" id="{BDE4CAF1-67FB-4A00-A957-F84932EF37EA}"/>
                </a:ext>
              </a:extLst>
            </p:cNvPr>
            <p:cNvGrpSpPr/>
            <p:nvPr/>
          </p:nvGrpSpPr>
          <p:grpSpPr>
            <a:xfrm>
              <a:off x="5805714" y="741596"/>
              <a:ext cx="587746" cy="386869"/>
              <a:chOff x="5805714" y="609691"/>
              <a:chExt cx="587746" cy="386869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xmlns="" id="{74C944AF-D50A-425E-A441-BD46E8CB9783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Arc 82">
                <a:extLst>
                  <a:ext uri="{FF2B5EF4-FFF2-40B4-BE49-F238E27FC236}">
                    <a16:creationId xmlns:a16="http://schemas.microsoft.com/office/drawing/2014/main" xmlns="" id="{AE95EC9D-DB78-417E-AF31-C543DE84C1EE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7575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xmlns="" id="{EC3E0684-8AE8-4214-BF7B-4AAB6B86F600}"/>
                </a:ext>
              </a:extLst>
            </p:cNvPr>
            <p:cNvGrpSpPr/>
            <p:nvPr/>
          </p:nvGrpSpPr>
          <p:grpSpPr>
            <a:xfrm>
              <a:off x="5805714" y="1052619"/>
              <a:ext cx="587746" cy="386869"/>
              <a:chOff x="5805714" y="609691"/>
              <a:chExt cx="587746" cy="386869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xmlns="" id="{CF8E04A3-B6B4-4F3C-BB6B-AF9929DDA237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Arc 85">
                <a:extLst>
                  <a:ext uri="{FF2B5EF4-FFF2-40B4-BE49-F238E27FC236}">
                    <a16:creationId xmlns:a16="http://schemas.microsoft.com/office/drawing/2014/main" xmlns="" id="{18A95974-DAB2-4BF8-9192-96278D1744CD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30485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xmlns="" id="{C97BDBFC-6DCF-4D05-9235-AF24FD08B7BA}"/>
                </a:ext>
              </a:extLst>
            </p:cNvPr>
            <p:cNvGrpSpPr/>
            <p:nvPr/>
          </p:nvGrpSpPr>
          <p:grpSpPr>
            <a:xfrm>
              <a:off x="5805714" y="1363642"/>
              <a:ext cx="587746" cy="386869"/>
              <a:chOff x="5805714" y="609691"/>
              <a:chExt cx="587746" cy="386869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xmlns="" id="{4AB8CE96-3DF3-4063-9F27-D4DB07BB75EF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Arc 88">
                <a:extLst>
                  <a:ext uri="{FF2B5EF4-FFF2-40B4-BE49-F238E27FC236}">
                    <a16:creationId xmlns:a16="http://schemas.microsoft.com/office/drawing/2014/main" xmlns="" id="{309BD817-14B6-4AA7-A1F6-6EAEFBC3A86F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09658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xmlns="" id="{C6951FED-2BD7-4859-B333-5B1CAEF8AB8D}"/>
                </a:ext>
              </a:extLst>
            </p:cNvPr>
            <p:cNvGrpSpPr/>
            <p:nvPr/>
          </p:nvGrpSpPr>
          <p:grpSpPr>
            <a:xfrm>
              <a:off x="5805714" y="1674665"/>
              <a:ext cx="580573" cy="386869"/>
              <a:chOff x="5805714" y="609691"/>
              <a:chExt cx="580573" cy="386869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xmlns="" id="{FE30C63D-F045-40E9-8C54-26DA5BDA0F44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Arc 91">
                <a:extLst>
                  <a:ext uri="{FF2B5EF4-FFF2-40B4-BE49-F238E27FC236}">
                    <a16:creationId xmlns:a16="http://schemas.microsoft.com/office/drawing/2014/main" xmlns="" id="{434A2720-2A66-40B1-AC7E-5C244C6E6EB9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7571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xmlns="" id="{3253887B-E245-4C89-84BB-C89576187B4D}"/>
                </a:ext>
              </a:extLst>
            </p:cNvPr>
            <p:cNvGrpSpPr/>
            <p:nvPr/>
          </p:nvGrpSpPr>
          <p:grpSpPr>
            <a:xfrm>
              <a:off x="5805714" y="1985688"/>
              <a:ext cx="580573" cy="386869"/>
              <a:chOff x="5805714" y="609691"/>
              <a:chExt cx="580573" cy="386869"/>
            </a:xfrm>
          </p:grpSpPr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xmlns="" id="{C2935527-C9EF-4950-89BB-EB1207B25EAD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Arc 94">
                <a:extLst>
                  <a:ext uri="{FF2B5EF4-FFF2-40B4-BE49-F238E27FC236}">
                    <a16:creationId xmlns:a16="http://schemas.microsoft.com/office/drawing/2014/main" xmlns="" id="{B885AD0D-2A97-4761-A7E2-81AE7730FF98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782495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xmlns="" id="{B20895E6-FBAD-4249-90F9-43369FD2080F}"/>
                </a:ext>
              </a:extLst>
            </p:cNvPr>
            <p:cNvGrpSpPr/>
            <p:nvPr/>
          </p:nvGrpSpPr>
          <p:grpSpPr>
            <a:xfrm>
              <a:off x="5805714" y="2296711"/>
              <a:ext cx="587746" cy="386869"/>
              <a:chOff x="5805714" y="609691"/>
              <a:chExt cx="587746" cy="386869"/>
            </a:xfrm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xmlns="" id="{416F99E9-E132-4AB6-9501-719E390B2951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Arc 97">
                <a:extLst>
                  <a:ext uri="{FF2B5EF4-FFF2-40B4-BE49-F238E27FC236}">
                    <a16:creationId xmlns:a16="http://schemas.microsoft.com/office/drawing/2014/main" xmlns="" id="{7BF41422-E1EF-4A49-906D-7C9E43200378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37911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xmlns="" id="{3A6C8FCE-3906-4A51-8C51-53A21458A79D}"/>
                </a:ext>
              </a:extLst>
            </p:cNvPr>
            <p:cNvGrpSpPr/>
            <p:nvPr/>
          </p:nvGrpSpPr>
          <p:grpSpPr>
            <a:xfrm>
              <a:off x="5805714" y="2607734"/>
              <a:ext cx="587746" cy="386869"/>
              <a:chOff x="5805714" y="609691"/>
              <a:chExt cx="587746" cy="386869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xmlns="" id="{01B7306C-C82A-4CBC-8810-B196E2B85FD9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Arc 100">
                <a:extLst>
                  <a:ext uri="{FF2B5EF4-FFF2-40B4-BE49-F238E27FC236}">
                    <a16:creationId xmlns:a16="http://schemas.microsoft.com/office/drawing/2014/main" xmlns="" id="{4309EB4B-A1C1-41B8-9E71-43E4632DE81A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17170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xmlns="" id="{C74B4894-B5D2-4362-964C-D4DC0546060A}"/>
                </a:ext>
              </a:extLst>
            </p:cNvPr>
            <p:cNvGrpSpPr/>
            <p:nvPr/>
          </p:nvGrpSpPr>
          <p:grpSpPr>
            <a:xfrm>
              <a:off x="5805714" y="2918757"/>
              <a:ext cx="587746" cy="386869"/>
              <a:chOff x="5805714" y="609691"/>
              <a:chExt cx="587746" cy="386869"/>
            </a:xfrm>
          </p:grpSpPr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xmlns="" id="{DA95D981-4D5B-4F4F-8A82-69838938508F}"/>
                  </a:ext>
                </a:extLst>
              </p:cNvPr>
              <p:cNvSpPr/>
              <p:nvPr/>
            </p:nvSpPr>
            <p:spPr>
              <a:xfrm>
                <a:off x="6133654" y="668017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Arc 103">
                <a:extLst>
                  <a:ext uri="{FF2B5EF4-FFF2-40B4-BE49-F238E27FC236}">
                    <a16:creationId xmlns:a16="http://schemas.microsoft.com/office/drawing/2014/main" xmlns="" id="{E4822634-A39A-4B0D-8399-883328FCA1EE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220475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xmlns="" id="{AC0C8900-7AAE-4DAD-9853-250BA8E46217}"/>
                </a:ext>
              </a:extLst>
            </p:cNvPr>
            <p:cNvGrpSpPr/>
            <p:nvPr/>
          </p:nvGrpSpPr>
          <p:grpSpPr>
            <a:xfrm>
              <a:off x="5805714" y="3229780"/>
              <a:ext cx="587746" cy="386869"/>
              <a:chOff x="5805714" y="609691"/>
              <a:chExt cx="587746" cy="386869"/>
            </a:xfrm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xmlns="" id="{8F16C3F5-5111-4385-95DB-684995C5DA9E}"/>
                  </a:ext>
                </a:extLst>
              </p:cNvPr>
              <p:cNvSpPr/>
              <p:nvPr/>
            </p:nvSpPr>
            <p:spPr>
              <a:xfrm>
                <a:off x="6133654" y="668017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Arc 106">
                <a:extLst>
                  <a:ext uri="{FF2B5EF4-FFF2-40B4-BE49-F238E27FC236}">
                    <a16:creationId xmlns:a16="http://schemas.microsoft.com/office/drawing/2014/main" xmlns="" id="{C8E4EC42-A513-472E-AE69-66EF8F71937C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648007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xmlns="" id="{B9DF2A69-06AC-4DC9-B6C7-9A1B9D012585}"/>
                </a:ext>
              </a:extLst>
            </p:cNvPr>
            <p:cNvGrpSpPr/>
            <p:nvPr/>
          </p:nvGrpSpPr>
          <p:grpSpPr>
            <a:xfrm>
              <a:off x="5805714" y="3540803"/>
              <a:ext cx="587746" cy="386869"/>
              <a:chOff x="5805714" y="609691"/>
              <a:chExt cx="587746" cy="386869"/>
            </a:xfrm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xmlns="" id="{66D59475-186E-4F7A-A501-ABEDCC08DC98}"/>
                  </a:ext>
                </a:extLst>
              </p:cNvPr>
              <p:cNvSpPr/>
              <p:nvPr/>
            </p:nvSpPr>
            <p:spPr>
              <a:xfrm>
                <a:off x="6133654" y="668017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Arc 109">
                <a:extLst>
                  <a:ext uri="{FF2B5EF4-FFF2-40B4-BE49-F238E27FC236}">
                    <a16:creationId xmlns:a16="http://schemas.microsoft.com/office/drawing/2014/main" xmlns="" id="{55C929AA-C5D4-4A29-94FC-BF99C03F9430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901467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xmlns="" id="{26F5DDE8-77F1-4A19-9A73-FA16AD387091}"/>
                </a:ext>
              </a:extLst>
            </p:cNvPr>
            <p:cNvGrpSpPr/>
            <p:nvPr/>
          </p:nvGrpSpPr>
          <p:grpSpPr>
            <a:xfrm>
              <a:off x="5805714" y="3851826"/>
              <a:ext cx="587746" cy="386869"/>
              <a:chOff x="5805714" y="609691"/>
              <a:chExt cx="587746" cy="386869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xmlns="" id="{3975D25C-1E30-46E2-BA99-3037ADE31704}"/>
                  </a:ext>
                </a:extLst>
              </p:cNvPr>
              <p:cNvSpPr/>
              <p:nvPr/>
            </p:nvSpPr>
            <p:spPr>
              <a:xfrm>
                <a:off x="6133654" y="668017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Arc 112">
                <a:extLst>
                  <a:ext uri="{FF2B5EF4-FFF2-40B4-BE49-F238E27FC236}">
                    <a16:creationId xmlns:a16="http://schemas.microsoft.com/office/drawing/2014/main" xmlns="" id="{5489E9B8-DC06-4350-B467-61A9DA0B02A7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023282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xmlns="" id="{0375CE18-5EC1-4881-8142-DC1BC91AD094}"/>
                </a:ext>
              </a:extLst>
            </p:cNvPr>
            <p:cNvGrpSpPr/>
            <p:nvPr/>
          </p:nvGrpSpPr>
          <p:grpSpPr>
            <a:xfrm>
              <a:off x="5805714" y="4162849"/>
              <a:ext cx="587746" cy="386869"/>
              <a:chOff x="5805714" y="609691"/>
              <a:chExt cx="587746" cy="386869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xmlns="" id="{10A76D25-919A-40D9-9554-EFE2D3956BE4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Arc 115">
                <a:extLst>
                  <a:ext uri="{FF2B5EF4-FFF2-40B4-BE49-F238E27FC236}">
                    <a16:creationId xmlns:a16="http://schemas.microsoft.com/office/drawing/2014/main" xmlns="" id="{F541D253-66CC-4C59-909C-302800ABEEFC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68103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xmlns="" id="{D86A99F9-8CBA-4BBB-88F7-14582E27C64C}"/>
                </a:ext>
              </a:extLst>
            </p:cNvPr>
            <p:cNvGrpSpPr/>
            <p:nvPr/>
          </p:nvGrpSpPr>
          <p:grpSpPr>
            <a:xfrm>
              <a:off x="5805714" y="4473872"/>
              <a:ext cx="587746" cy="386869"/>
              <a:chOff x="5805714" y="609691"/>
              <a:chExt cx="587746" cy="386869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xmlns="" id="{16259704-CA38-4525-8489-D1FECD12BDBC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Arc 118">
                <a:extLst>
                  <a:ext uri="{FF2B5EF4-FFF2-40B4-BE49-F238E27FC236}">
                    <a16:creationId xmlns:a16="http://schemas.microsoft.com/office/drawing/2014/main" xmlns="" id="{40F4FCA1-5992-49D0-8CE6-8488CF6BAF04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88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xmlns="" id="{F5C59377-7214-4209-BA16-86D5D1DAE2B0}"/>
                </a:ext>
              </a:extLst>
            </p:cNvPr>
            <p:cNvGrpSpPr/>
            <p:nvPr/>
          </p:nvGrpSpPr>
          <p:grpSpPr>
            <a:xfrm>
              <a:off x="5805714" y="4784895"/>
              <a:ext cx="580573" cy="386869"/>
              <a:chOff x="5805714" y="609691"/>
              <a:chExt cx="580573" cy="386869"/>
            </a:xfrm>
          </p:grpSpPr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xmlns="" id="{959A5D35-C7AE-458F-BBB5-71CD3A3F97F8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Arc 121">
                <a:extLst>
                  <a:ext uri="{FF2B5EF4-FFF2-40B4-BE49-F238E27FC236}">
                    <a16:creationId xmlns:a16="http://schemas.microsoft.com/office/drawing/2014/main" xmlns="" id="{F490A229-65A6-4DFF-870F-4B92A114A66A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46438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xmlns="" id="{9EC6FFFF-2006-4366-8566-0113AD9F036A}"/>
                </a:ext>
              </a:extLst>
            </p:cNvPr>
            <p:cNvGrpSpPr/>
            <p:nvPr/>
          </p:nvGrpSpPr>
          <p:grpSpPr>
            <a:xfrm>
              <a:off x="5805714" y="5095918"/>
              <a:ext cx="580573" cy="386869"/>
              <a:chOff x="5805714" y="609691"/>
              <a:chExt cx="580573" cy="386869"/>
            </a:xfrm>
          </p:grpSpPr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xmlns="" id="{595E399E-0521-4D5B-914F-29C3ADDF2B72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Arc 124">
                <a:extLst>
                  <a:ext uri="{FF2B5EF4-FFF2-40B4-BE49-F238E27FC236}">
                    <a16:creationId xmlns:a16="http://schemas.microsoft.com/office/drawing/2014/main" xmlns="" id="{14739334-2472-4756-B880-7780C40DA407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22511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xmlns="" id="{6D7FEFCF-F5E2-48A4-8DA2-466E3FA530E8}"/>
                </a:ext>
              </a:extLst>
            </p:cNvPr>
            <p:cNvGrpSpPr/>
            <p:nvPr/>
          </p:nvGrpSpPr>
          <p:grpSpPr>
            <a:xfrm>
              <a:off x="5805714" y="5406941"/>
              <a:ext cx="580573" cy="386869"/>
              <a:chOff x="5805714" y="609691"/>
              <a:chExt cx="580573" cy="386869"/>
            </a:xfrm>
          </p:grpSpPr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xmlns="" id="{5B8C7798-2FB8-447C-BA5C-ECB75C74E5AD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Arc 127">
                <a:extLst>
                  <a:ext uri="{FF2B5EF4-FFF2-40B4-BE49-F238E27FC236}">
                    <a16:creationId xmlns:a16="http://schemas.microsoft.com/office/drawing/2014/main" xmlns="" id="{DDFE7CA2-AC7D-4CF0-A779-1F7EC6161969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79167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xmlns="" id="{EF6B5FAD-EB1F-43DC-8B99-11CAD21D64C9}"/>
                </a:ext>
              </a:extLst>
            </p:cNvPr>
            <p:cNvGrpSpPr/>
            <p:nvPr/>
          </p:nvGrpSpPr>
          <p:grpSpPr>
            <a:xfrm>
              <a:off x="5805714" y="5717964"/>
              <a:ext cx="580573" cy="386869"/>
              <a:chOff x="5805714" y="609691"/>
              <a:chExt cx="580573" cy="386869"/>
            </a:xfrm>
          </p:grpSpPr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xmlns="" id="{B817890A-729D-4FBB-8EF7-DAFD6F73427B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Arc 130">
                <a:extLst>
                  <a:ext uri="{FF2B5EF4-FFF2-40B4-BE49-F238E27FC236}">
                    <a16:creationId xmlns:a16="http://schemas.microsoft.com/office/drawing/2014/main" xmlns="" id="{EAD6132E-2435-4771-A3CC-CCE94E7A9600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992407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xmlns="" id="{2B7006E1-B188-46BA-BAA5-15A960905F4C}"/>
                </a:ext>
              </a:extLst>
            </p:cNvPr>
            <p:cNvGrpSpPr/>
            <p:nvPr/>
          </p:nvGrpSpPr>
          <p:grpSpPr>
            <a:xfrm>
              <a:off x="5805714" y="6028987"/>
              <a:ext cx="580573" cy="386869"/>
              <a:chOff x="5805714" y="609691"/>
              <a:chExt cx="580573" cy="386869"/>
            </a:xfrm>
          </p:grpSpPr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xmlns="" id="{D01250CF-AFA1-4A19-B3C7-7F163609380B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Arc 133">
                <a:extLst>
                  <a:ext uri="{FF2B5EF4-FFF2-40B4-BE49-F238E27FC236}">
                    <a16:creationId xmlns:a16="http://schemas.microsoft.com/office/drawing/2014/main" xmlns="" id="{1014BA5C-C370-44EB-84DA-2D69E36CE6C3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97210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xmlns="" id="{AD8CB7E5-EBC4-4791-B93B-D0B41B862B83}"/>
                </a:ext>
              </a:extLst>
            </p:cNvPr>
            <p:cNvGrpSpPr/>
            <p:nvPr/>
          </p:nvGrpSpPr>
          <p:grpSpPr>
            <a:xfrm>
              <a:off x="5805714" y="6340004"/>
              <a:ext cx="580573" cy="386869"/>
              <a:chOff x="5805714" y="609691"/>
              <a:chExt cx="580573" cy="386869"/>
            </a:xfrm>
          </p:grpSpPr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xmlns="" id="{CF456FF3-391C-4C8E-A128-A413BDBBB225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Arc 136">
                <a:extLst>
                  <a:ext uri="{FF2B5EF4-FFF2-40B4-BE49-F238E27FC236}">
                    <a16:creationId xmlns:a16="http://schemas.microsoft.com/office/drawing/2014/main" xmlns="" id="{8838FE2A-04D7-44E3-97C3-54338832CB9A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29801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49" name="TextBox 20">
            <a:extLst>
              <a:ext uri="{FF2B5EF4-FFF2-40B4-BE49-F238E27FC236}">
                <a16:creationId xmlns:a16="http://schemas.microsoft.com/office/drawing/2014/main" xmlns="" id="{A965834C-80E1-4270-9F5A-A3582A7BB7F7}"/>
              </a:ext>
            </a:extLst>
          </p:cNvPr>
          <p:cNvSpPr txBox="1"/>
          <p:nvPr/>
        </p:nvSpPr>
        <p:spPr>
          <a:xfrm>
            <a:off x="895623" y="350659"/>
            <a:ext cx="4525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 dirty="0">
                <a:latin typeface="Hand Of Sean" panose="02000500000000000000" pitchFamily="2" charset="-128"/>
                <a:ea typeface="Hand Of Sean" panose="02000500000000000000" pitchFamily="2" charset="-128"/>
              </a:rPr>
              <a:t>Losy żołnierza i dzieje oręża polskiego</a:t>
            </a:r>
            <a:endParaRPr lang="en-US" sz="1600" b="1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</p:txBody>
      </p:sp>
      <p:sp>
        <p:nvSpPr>
          <p:cNvPr id="150" name="TextBox 21">
            <a:extLst>
              <a:ext uri="{FF2B5EF4-FFF2-40B4-BE49-F238E27FC236}">
                <a16:creationId xmlns="" xmlns:a16="http://schemas.microsoft.com/office/drawing/2014/main" id="{77554162-8FC4-47E5-A14D-FAA80F7E6F08}"/>
              </a:ext>
            </a:extLst>
          </p:cNvPr>
          <p:cNvSpPr txBox="1"/>
          <p:nvPr/>
        </p:nvSpPr>
        <p:spPr>
          <a:xfrm>
            <a:off x="895623" y="942312"/>
            <a:ext cx="4963748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Maciej</a:t>
            </a:r>
            <a:r>
              <a:rPr lang="en-US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 </a:t>
            </a:r>
            <a:r>
              <a:rPr lang="en-US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Baranowski</a:t>
            </a:r>
            <a:endParaRPr lang="en-US" sz="12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</p:txBody>
      </p:sp>
      <p:sp>
        <p:nvSpPr>
          <p:cNvPr id="153" name="TextBox 20">
            <a:extLst>
              <a:ext uri="{FF2B5EF4-FFF2-40B4-BE49-F238E27FC236}">
                <a16:creationId xmlns:a16="http://schemas.microsoft.com/office/drawing/2014/main" xmlns="" id="{A965834C-80E1-4270-9F5A-A3582A7BB7F7}"/>
              </a:ext>
            </a:extLst>
          </p:cNvPr>
          <p:cNvSpPr txBox="1"/>
          <p:nvPr/>
        </p:nvSpPr>
        <p:spPr>
          <a:xfrm>
            <a:off x="6591274" y="357537"/>
            <a:ext cx="45250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 dirty="0">
                <a:latin typeface="Hand Of Sean" panose="02000500000000000000" pitchFamily="2" charset="-128"/>
                <a:ea typeface="Hand Of Sean" panose="02000500000000000000" pitchFamily="2" charset="-128"/>
              </a:rPr>
              <a:t>Olimpiada </a:t>
            </a:r>
            <a:r>
              <a:rPr lang="pl-PL" sz="1600" b="1" dirty="0" smtClean="0">
                <a:latin typeface="Hand Of Sean" panose="02000500000000000000" pitchFamily="2" charset="-128"/>
                <a:ea typeface="Hand Of Sean" panose="02000500000000000000" pitchFamily="2" charset="-128"/>
              </a:rPr>
              <a:t>Biologiczna</a:t>
            </a:r>
            <a:endParaRPr lang="en-US" sz="1600" b="1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</p:txBody>
      </p:sp>
      <p:sp>
        <p:nvSpPr>
          <p:cNvPr id="154" name="TextBox 21">
            <a:extLst>
              <a:ext uri="{FF2B5EF4-FFF2-40B4-BE49-F238E27FC236}">
                <a16:creationId xmlns="" xmlns:a16="http://schemas.microsoft.com/office/drawing/2014/main" id="{77554162-8FC4-47E5-A14D-FAA80F7E6F08}"/>
              </a:ext>
            </a:extLst>
          </p:cNvPr>
          <p:cNvSpPr txBox="1"/>
          <p:nvPr/>
        </p:nvSpPr>
        <p:spPr>
          <a:xfrm>
            <a:off x="6591274" y="741426"/>
            <a:ext cx="4963748" cy="1442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Jan </a:t>
            </a:r>
            <a:r>
              <a:rPr lang="en-US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Pasko-Porys</a:t>
            </a:r>
            <a:endParaRPr lang="en-US" sz="12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  <a:p>
            <a:pPr>
              <a:lnSpc>
                <a:spcPct val="150000"/>
              </a:lnSpc>
            </a:pPr>
            <a:r>
              <a:rPr lang="en-US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Beniamin</a:t>
            </a:r>
            <a:r>
              <a:rPr lang="en-US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 </a:t>
            </a:r>
            <a:r>
              <a:rPr lang="en-US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Marcisz</a:t>
            </a:r>
            <a:endParaRPr lang="en-US" sz="12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  <a:p>
            <a:pPr>
              <a:lnSpc>
                <a:spcPct val="150000"/>
              </a:lnSpc>
            </a:pPr>
            <a:r>
              <a:rPr lang="en-US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Pola</a:t>
            </a:r>
            <a:r>
              <a:rPr lang="en-US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 </a:t>
            </a:r>
            <a:r>
              <a:rPr lang="en-US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Laskowska</a:t>
            </a:r>
            <a:endParaRPr lang="en-US" sz="12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Aleksandra </a:t>
            </a:r>
            <a:r>
              <a:rPr lang="en-US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Pielas</a:t>
            </a:r>
            <a:endParaRPr lang="en-US" sz="12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  <a:p>
            <a:pPr>
              <a:lnSpc>
                <a:spcPct val="150000"/>
              </a:lnSpc>
            </a:pPr>
            <a:r>
              <a:rPr lang="en-US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Aleksander</a:t>
            </a:r>
            <a:r>
              <a:rPr lang="en-US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 </a:t>
            </a:r>
            <a:r>
              <a:rPr lang="en-US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Smentoch</a:t>
            </a:r>
            <a:endParaRPr lang="en-US" sz="12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</p:txBody>
      </p:sp>
      <p:sp>
        <p:nvSpPr>
          <p:cNvPr id="155" name="TextBox 20">
            <a:extLst>
              <a:ext uri="{FF2B5EF4-FFF2-40B4-BE49-F238E27FC236}">
                <a16:creationId xmlns:a16="http://schemas.microsoft.com/office/drawing/2014/main" xmlns="" id="{A965834C-80E1-4270-9F5A-A3582A7BB7F7}"/>
              </a:ext>
            </a:extLst>
          </p:cNvPr>
          <p:cNvSpPr txBox="1"/>
          <p:nvPr/>
        </p:nvSpPr>
        <p:spPr>
          <a:xfrm>
            <a:off x="6591274" y="2408478"/>
            <a:ext cx="4525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 dirty="0">
                <a:latin typeface="Hand Of Sean" panose="02000500000000000000" pitchFamily="2" charset="-128"/>
                <a:ea typeface="Hand Of Sean" panose="02000500000000000000" pitchFamily="2" charset="-128"/>
              </a:rPr>
              <a:t>Olimpiada Wiedzy o Żywieniu i Żywności</a:t>
            </a:r>
            <a:endParaRPr lang="en-US" sz="1600" b="1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</p:txBody>
      </p:sp>
      <p:sp>
        <p:nvSpPr>
          <p:cNvPr id="156" name="TextBox 21">
            <a:extLst>
              <a:ext uri="{FF2B5EF4-FFF2-40B4-BE49-F238E27FC236}">
                <a16:creationId xmlns="" xmlns:a16="http://schemas.microsoft.com/office/drawing/2014/main" id="{77554162-8FC4-47E5-A14D-FAA80F7E6F08}"/>
              </a:ext>
            </a:extLst>
          </p:cNvPr>
          <p:cNvSpPr txBox="1"/>
          <p:nvPr/>
        </p:nvSpPr>
        <p:spPr>
          <a:xfrm>
            <a:off x="6591274" y="2947347"/>
            <a:ext cx="4963748" cy="3658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Jan </a:t>
            </a:r>
            <a:r>
              <a:rPr lang="en-US" sz="1200" dirty="0" err="1" smtClean="0">
                <a:latin typeface="Hand Of Sean" panose="02000500000000000000" pitchFamily="2" charset="-128"/>
                <a:ea typeface="Hand Of Sean" panose="02000500000000000000" pitchFamily="2" charset="-128"/>
              </a:rPr>
              <a:t>Pasko-Porys</a:t>
            </a:r>
            <a:endParaRPr lang="en-US" sz="12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  <a:p>
            <a:pPr>
              <a:lnSpc>
                <a:spcPct val="150000"/>
              </a:lnSpc>
            </a:pPr>
            <a:r>
              <a:rPr lang="en-US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Beniamin</a:t>
            </a:r>
            <a:r>
              <a:rPr lang="en-US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 </a:t>
            </a:r>
            <a:r>
              <a:rPr lang="en-US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Marcisz</a:t>
            </a:r>
            <a:endParaRPr lang="en-US" sz="12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Joanna Balińska</a:t>
            </a:r>
          </a:p>
          <a:p>
            <a:pPr>
              <a:lnSpc>
                <a:spcPct val="150000"/>
              </a:lnSpc>
            </a:pPr>
            <a:r>
              <a:rPr lang="en-US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Oliwia</a:t>
            </a:r>
            <a:r>
              <a:rPr lang="en-US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 </a:t>
            </a:r>
            <a:r>
              <a:rPr lang="en-US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Łuc</a:t>
            </a:r>
            <a:endParaRPr lang="en-US" sz="12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Amelia </a:t>
            </a:r>
            <a:r>
              <a:rPr lang="en-US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Miotke</a:t>
            </a:r>
            <a:endParaRPr lang="en-US" sz="12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Aleksandra </a:t>
            </a:r>
            <a:r>
              <a:rPr lang="en-US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Pielas</a:t>
            </a:r>
            <a:endParaRPr lang="en-US" sz="12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Tomasz </a:t>
            </a:r>
            <a:r>
              <a:rPr lang="en-US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Spoczyński</a:t>
            </a:r>
            <a:endParaRPr lang="en-US" sz="12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  <a:p>
            <a:pPr>
              <a:lnSpc>
                <a:spcPct val="150000"/>
              </a:lnSpc>
            </a:pPr>
            <a:r>
              <a:rPr lang="en-US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Zofia</a:t>
            </a:r>
            <a:r>
              <a:rPr lang="en-US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 </a:t>
            </a:r>
            <a:r>
              <a:rPr lang="en-US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Woss</a:t>
            </a:r>
            <a:endParaRPr lang="en-US" sz="12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Hubert </a:t>
            </a:r>
            <a:r>
              <a:rPr lang="en-US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Sawicki</a:t>
            </a:r>
            <a:endParaRPr lang="en-US" sz="12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Huber </a:t>
            </a:r>
            <a:r>
              <a:rPr lang="en-US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Judycki</a:t>
            </a:r>
            <a:endParaRPr lang="en-US" sz="12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Aleksandra </a:t>
            </a:r>
            <a:r>
              <a:rPr lang="en-US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Smentoch</a:t>
            </a:r>
            <a:endParaRPr lang="en-US" sz="12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  <a:p>
            <a:pPr>
              <a:lnSpc>
                <a:spcPct val="150000"/>
              </a:lnSpc>
            </a:pPr>
            <a:r>
              <a:rPr lang="en-US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Kacper</a:t>
            </a:r>
            <a:r>
              <a:rPr lang="en-US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 </a:t>
            </a:r>
            <a:r>
              <a:rPr lang="en-US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Miedziński</a:t>
            </a:r>
            <a:endParaRPr lang="en-US" sz="12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Natalia </a:t>
            </a:r>
            <a:r>
              <a:rPr lang="en-US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Hejnar</a:t>
            </a:r>
            <a:endParaRPr lang="en-US" sz="12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903633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xmlns="" id="{C03955BB-E41C-4E77-BB48-325360470229}"/>
              </a:ext>
            </a:extLst>
          </p:cNvPr>
          <p:cNvSpPr/>
          <p:nvPr/>
        </p:nvSpPr>
        <p:spPr>
          <a:xfrm>
            <a:off x="275045" y="-5785"/>
            <a:ext cx="5681417" cy="6858000"/>
          </a:xfrm>
          <a:prstGeom prst="rect">
            <a:avLst/>
          </a:prstGeom>
          <a:solidFill>
            <a:srgbClr val="322B80"/>
          </a:solidFill>
          <a:ln>
            <a:noFill/>
          </a:ln>
          <a:effectLst>
            <a:outerShdw blurRad="50800" dist="889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3F222A8-AF2A-4292-8A95-0C3AD37A109D}"/>
              </a:ext>
            </a:extLst>
          </p:cNvPr>
          <p:cNvSpPr/>
          <p:nvPr/>
        </p:nvSpPr>
        <p:spPr>
          <a:xfrm>
            <a:off x="6096001" y="0"/>
            <a:ext cx="5660571" cy="6858000"/>
          </a:xfrm>
          <a:prstGeom prst="rect">
            <a:avLst/>
          </a:prstGeom>
          <a:solidFill>
            <a:srgbClr val="322B80"/>
          </a:solidFill>
          <a:ln>
            <a:noFill/>
          </a:ln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0" name="Group 189">
            <a:extLst>
              <a:ext uri="{FF2B5EF4-FFF2-40B4-BE49-F238E27FC236}">
                <a16:creationId xmlns:a16="http://schemas.microsoft.com/office/drawing/2014/main" xmlns="" id="{B1C4F1B1-18D1-4F24-A7B4-A913BFFF45E6}"/>
              </a:ext>
            </a:extLst>
          </p:cNvPr>
          <p:cNvGrpSpPr/>
          <p:nvPr/>
        </p:nvGrpSpPr>
        <p:grpSpPr>
          <a:xfrm>
            <a:off x="6162613" y="119551"/>
            <a:ext cx="5541663" cy="6662468"/>
            <a:chOff x="6128872" y="119550"/>
            <a:chExt cx="5541663" cy="6662468"/>
          </a:xfrm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xmlns="" id="{479DEB60-7570-45B4-8336-36827F8A3ED2}"/>
                </a:ext>
              </a:extLst>
            </p:cNvPr>
            <p:cNvSpPr/>
            <p:nvPr/>
          </p:nvSpPr>
          <p:spPr>
            <a:xfrm>
              <a:off x="11148331" y="4069452"/>
              <a:ext cx="522204" cy="2657736"/>
            </a:xfrm>
            <a:prstGeom prst="rect">
              <a:avLst/>
            </a:prstGeom>
            <a:solidFill>
              <a:srgbClr val="C10E1A"/>
            </a:solidFill>
            <a:ln>
              <a:noFill/>
            </a:ln>
            <a:effectLst>
              <a:outerShdw blurRad="508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xmlns="" id="{1F0B4A1C-B94A-47CE-AED1-2D2A4BE4CFF9}"/>
                </a:ext>
              </a:extLst>
            </p:cNvPr>
            <p:cNvSpPr/>
            <p:nvPr/>
          </p:nvSpPr>
          <p:spPr>
            <a:xfrm>
              <a:off x="6128872" y="119550"/>
              <a:ext cx="5395162" cy="6607323"/>
            </a:xfrm>
            <a:custGeom>
              <a:avLst/>
              <a:gdLst>
                <a:gd name="connsiteX0" fmla="*/ 0 w 5395162"/>
                <a:gd name="connsiteY0" fmla="*/ 0 h 6607323"/>
                <a:gd name="connsiteX1" fmla="*/ 5395162 w 5395162"/>
                <a:gd name="connsiteY1" fmla="*/ 0 h 6607323"/>
                <a:gd name="connsiteX2" fmla="*/ 5395162 w 5395162"/>
                <a:gd name="connsiteY2" fmla="*/ 3949902 h 6607323"/>
                <a:gd name="connsiteX3" fmla="*/ 5230980 w 5395162"/>
                <a:gd name="connsiteY3" fmla="*/ 3949902 h 6607323"/>
                <a:gd name="connsiteX4" fmla="*/ 5032614 w 5395162"/>
                <a:gd name="connsiteY4" fmla="*/ 4148268 h 6607323"/>
                <a:gd name="connsiteX5" fmla="*/ 5032614 w 5395162"/>
                <a:gd name="connsiteY5" fmla="*/ 6607209 h 6607323"/>
                <a:gd name="connsiteX6" fmla="*/ 5032625 w 5395162"/>
                <a:gd name="connsiteY6" fmla="*/ 6607323 h 6607323"/>
                <a:gd name="connsiteX7" fmla="*/ 0 w 5395162"/>
                <a:gd name="connsiteY7" fmla="*/ 6607323 h 660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95162" h="6607323">
                  <a:moveTo>
                    <a:pt x="0" y="0"/>
                  </a:moveTo>
                  <a:lnTo>
                    <a:pt x="5395162" y="0"/>
                  </a:lnTo>
                  <a:lnTo>
                    <a:pt x="5395162" y="3949902"/>
                  </a:lnTo>
                  <a:lnTo>
                    <a:pt x="5230980" y="3949902"/>
                  </a:lnTo>
                  <a:cubicBezTo>
                    <a:pt x="5121425" y="3949902"/>
                    <a:pt x="5032614" y="4038713"/>
                    <a:pt x="5032614" y="4148268"/>
                  </a:cubicBezTo>
                  <a:lnTo>
                    <a:pt x="5032614" y="6607209"/>
                  </a:lnTo>
                  <a:lnTo>
                    <a:pt x="5032625" y="6607323"/>
                  </a:lnTo>
                  <a:lnTo>
                    <a:pt x="0" y="6607323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  <a:effectLst>
              <a:outerShdw blurRad="508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xmlns="" id="{B1FBF4D5-CE44-480D-BC29-B88EB2D96005}"/>
                </a:ext>
              </a:extLst>
            </p:cNvPr>
            <p:cNvSpPr txBox="1"/>
            <p:nvPr/>
          </p:nvSpPr>
          <p:spPr>
            <a:xfrm>
              <a:off x="11165068" y="5479513"/>
              <a:ext cx="461665" cy="130250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pl-PL" b="1" dirty="0"/>
                <a:t>STRONA</a:t>
              </a:r>
              <a:r>
                <a:rPr lang="en-US" b="1" dirty="0"/>
                <a:t> 0</a:t>
              </a:r>
              <a:r>
                <a:rPr lang="pl-PL" b="1" dirty="0"/>
                <a:t>3</a:t>
              </a:r>
              <a:endParaRPr lang="en-US" b="1" dirty="0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xmlns="" id="{4D3EC6F6-41B8-42EA-9450-9660D30297B3}"/>
              </a:ext>
            </a:extLst>
          </p:cNvPr>
          <p:cNvGrpSpPr/>
          <p:nvPr/>
        </p:nvGrpSpPr>
        <p:grpSpPr>
          <a:xfrm flipH="1">
            <a:off x="334710" y="89190"/>
            <a:ext cx="5558399" cy="6630703"/>
            <a:chOff x="6128872" y="119550"/>
            <a:chExt cx="5558399" cy="6630702"/>
          </a:xfrm>
        </p:grpSpPr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xmlns="" id="{BC45525F-CA64-4D1D-A75E-E6290B229999}"/>
                </a:ext>
              </a:extLst>
            </p:cNvPr>
            <p:cNvSpPr/>
            <p:nvPr/>
          </p:nvSpPr>
          <p:spPr>
            <a:xfrm>
              <a:off x="11165067" y="4092516"/>
              <a:ext cx="522204" cy="2657736"/>
            </a:xfrm>
            <a:prstGeom prst="rect">
              <a:avLst/>
            </a:prstGeom>
            <a:solidFill>
              <a:srgbClr val="C10E1A"/>
            </a:solidFill>
            <a:ln>
              <a:noFill/>
            </a:ln>
            <a:effectLst>
              <a:outerShdw blurRad="508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xmlns="" id="{4CCDAA36-0014-487F-9FC8-FB18AD79A536}"/>
                </a:ext>
              </a:extLst>
            </p:cNvPr>
            <p:cNvSpPr/>
            <p:nvPr/>
          </p:nvSpPr>
          <p:spPr>
            <a:xfrm>
              <a:off x="6128872" y="119550"/>
              <a:ext cx="5395162" cy="6607323"/>
            </a:xfrm>
            <a:custGeom>
              <a:avLst/>
              <a:gdLst>
                <a:gd name="connsiteX0" fmla="*/ 0 w 5395162"/>
                <a:gd name="connsiteY0" fmla="*/ 0 h 6607323"/>
                <a:gd name="connsiteX1" fmla="*/ 5395162 w 5395162"/>
                <a:gd name="connsiteY1" fmla="*/ 0 h 6607323"/>
                <a:gd name="connsiteX2" fmla="*/ 5395162 w 5395162"/>
                <a:gd name="connsiteY2" fmla="*/ 3949902 h 6607323"/>
                <a:gd name="connsiteX3" fmla="*/ 5230980 w 5395162"/>
                <a:gd name="connsiteY3" fmla="*/ 3949902 h 6607323"/>
                <a:gd name="connsiteX4" fmla="*/ 5032614 w 5395162"/>
                <a:gd name="connsiteY4" fmla="*/ 4148268 h 6607323"/>
                <a:gd name="connsiteX5" fmla="*/ 5032614 w 5395162"/>
                <a:gd name="connsiteY5" fmla="*/ 6607209 h 6607323"/>
                <a:gd name="connsiteX6" fmla="*/ 5032625 w 5395162"/>
                <a:gd name="connsiteY6" fmla="*/ 6607323 h 6607323"/>
                <a:gd name="connsiteX7" fmla="*/ 0 w 5395162"/>
                <a:gd name="connsiteY7" fmla="*/ 6607323 h 660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95162" h="6607323">
                  <a:moveTo>
                    <a:pt x="0" y="0"/>
                  </a:moveTo>
                  <a:lnTo>
                    <a:pt x="5395162" y="0"/>
                  </a:lnTo>
                  <a:lnTo>
                    <a:pt x="5395162" y="3949902"/>
                  </a:lnTo>
                  <a:lnTo>
                    <a:pt x="5230980" y="3949902"/>
                  </a:lnTo>
                  <a:cubicBezTo>
                    <a:pt x="5121425" y="3949902"/>
                    <a:pt x="5032614" y="4038713"/>
                    <a:pt x="5032614" y="4148268"/>
                  </a:cubicBezTo>
                  <a:lnTo>
                    <a:pt x="5032614" y="6607209"/>
                  </a:lnTo>
                  <a:lnTo>
                    <a:pt x="5032625" y="6607323"/>
                  </a:lnTo>
                  <a:lnTo>
                    <a:pt x="0" y="6607323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  <a:effectLst>
              <a:outerShdw blurRad="50800" dist="762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xmlns="" id="{028D77CE-26CC-48A3-92E2-0D112FD9E9FA}"/>
                </a:ext>
              </a:extLst>
            </p:cNvPr>
            <p:cNvSpPr txBox="1"/>
            <p:nvPr/>
          </p:nvSpPr>
          <p:spPr>
            <a:xfrm>
              <a:off x="11176000" y="5437301"/>
              <a:ext cx="461665" cy="130250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pl-PL" b="1" dirty="0"/>
                <a:t>STRONA</a:t>
              </a:r>
              <a:r>
                <a:rPr lang="en-US" b="1" dirty="0"/>
                <a:t> 0</a:t>
              </a:r>
              <a:r>
                <a:rPr lang="pl-PL" b="1" dirty="0"/>
                <a:t>2</a:t>
              </a:r>
              <a:endParaRPr lang="en-US" b="1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0F1A4B53-3DA8-4B08-87F6-99E2B5780CCB}"/>
              </a:ext>
            </a:extLst>
          </p:cNvPr>
          <p:cNvGrpSpPr/>
          <p:nvPr/>
        </p:nvGrpSpPr>
        <p:grpSpPr>
          <a:xfrm>
            <a:off x="5599565" y="119551"/>
            <a:ext cx="793897" cy="6607323"/>
            <a:chOff x="5599563" y="119550"/>
            <a:chExt cx="793897" cy="6607323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xmlns="" id="{D119F2DB-0E38-4A31-831F-2BAF295D2A25}"/>
                </a:ext>
              </a:extLst>
            </p:cNvPr>
            <p:cNvSpPr/>
            <p:nvPr/>
          </p:nvSpPr>
          <p:spPr>
            <a:xfrm>
              <a:off x="5613909" y="205615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xmlns="" id="{AEE5042A-E067-4FB7-BCFF-00BB33BFEDEC}"/>
                </a:ext>
              </a:extLst>
            </p:cNvPr>
            <p:cNvGrpSpPr/>
            <p:nvPr/>
          </p:nvGrpSpPr>
          <p:grpSpPr>
            <a:xfrm>
              <a:off x="5805714" y="119550"/>
              <a:ext cx="587746" cy="386869"/>
              <a:chOff x="5805714" y="609691"/>
              <a:chExt cx="587746" cy="386869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xmlns="" id="{9ECC8D50-758B-45D1-9832-058DA749338C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Arc 8">
                <a:extLst>
                  <a:ext uri="{FF2B5EF4-FFF2-40B4-BE49-F238E27FC236}">
                    <a16:creationId xmlns:a16="http://schemas.microsoft.com/office/drawing/2014/main" xmlns="" id="{FC783E55-1922-4926-8D97-EC60526709F7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333954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xmlns="" id="{FCB92E0C-F05E-4602-8A6C-A561815032EC}"/>
                </a:ext>
              </a:extLst>
            </p:cNvPr>
            <p:cNvSpPr/>
            <p:nvPr/>
          </p:nvSpPr>
          <p:spPr>
            <a:xfrm>
              <a:off x="5626987" y="482302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xmlns="" id="{E48E30C9-A74F-4C52-AD04-FC9A5CBD8258}"/>
                </a:ext>
              </a:extLst>
            </p:cNvPr>
            <p:cNvGrpSpPr/>
            <p:nvPr/>
          </p:nvGrpSpPr>
          <p:grpSpPr>
            <a:xfrm>
              <a:off x="5805714" y="430573"/>
              <a:ext cx="587746" cy="386869"/>
              <a:chOff x="5805714" y="609691"/>
              <a:chExt cx="587746" cy="386869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xmlns="" id="{9D80A7DB-810E-4588-BE25-E9F7C34D3DB1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Arc 79">
                <a:extLst>
                  <a:ext uri="{FF2B5EF4-FFF2-40B4-BE49-F238E27FC236}">
                    <a16:creationId xmlns:a16="http://schemas.microsoft.com/office/drawing/2014/main" xmlns="" id="{0CEE252C-3F6B-425D-A974-8C322FD62AA8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604954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xmlns="" id="{A4620A41-830E-412F-B7F4-82B17531460F}"/>
                </a:ext>
              </a:extLst>
            </p:cNvPr>
            <p:cNvSpPr/>
            <p:nvPr/>
          </p:nvSpPr>
          <p:spPr>
            <a:xfrm>
              <a:off x="5615436" y="806190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xmlns="" id="{B8C591D4-C50C-4B67-805A-961945693BE6}"/>
                </a:ext>
              </a:extLst>
            </p:cNvPr>
            <p:cNvSpPr/>
            <p:nvPr/>
          </p:nvSpPr>
          <p:spPr>
            <a:xfrm>
              <a:off x="5611655" y="1106598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xmlns="" id="{461F08B5-15BF-4C63-B54C-7D2001EDCAD3}"/>
                </a:ext>
              </a:extLst>
            </p:cNvPr>
            <p:cNvSpPr/>
            <p:nvPr/>
          </p:nvSpPr>
          <p:spPr>
            <a:xfrm>
              <a:off x="5612847" y="1430189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xmlns="" id="{D12C5631-8C0A-4256-BD3E-88D081A7321B}"/>
                </a:ext>
              </a:extLst>
            </p:cNvPr>
            <p:cNvSpPr/>
            <p:nvPr/>
          </p:nvSpPr>
          <p:spPr>
            <a:xfrm>
              <a:off x="5620749" y="1722081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xmlns="" id="{D3030D9B-44CF-4F4E-A86E-18A79322376D}"/>
                </a:ext>
              </a:extLst>
            </p:cNvPr>
            <p:cNvSpPr/>
            <p:nvPr/>
          </p:nvSpPr>
          <p:spPr>
            <a:xfrm>
              <a:off x="5626130" y="2049206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xmlns="" id="{0E9F8D11-58D9-4493-A410-DACB43B5E48F}"/>
                </a:ext>
              </a:extLst>
            </p:cNvPr>
            <p:cNvSpPr/>
            <p:nvPr/>
          </p:nvSpPr>
          <p:spPr>
            <a:xfrm>
              <a:off x="5621082" y="2351377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xmlns="" id="{880FA994-AF36-4890-A98D-4750B71B3C59}"/>
                </a:ext>
              </a:extLst>
            </p:cNvPr>
            <p:cNvSpPr/>
            <p:nvPr/>
          </p:nvSpPr>
          <p:spPr>
            <a:xfrm>
              <a:off x="5628255" y="2663781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xmlns="" id="{9E5C2FB6-992A-4537-B467-2FCB0FDBDB9F}"/>
                </a:ext>
              </a:extLst>
            </p:cNvPr>
            <p:cNvSpPr/>
            <p:nvPr/>
          </p:nvSpPr>
          <p:spPr>
            <a:xfrm>
              <a:off x="5628255" y="2965247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xmlns="" id="{73193785-12A4-408F-9E7C-27DDBEAFA7BD}"/>
                </a:ext>
              </a:extLst>
            </p:cNvPr>
            <p:cNvSpPr/>
            <p:nvPr/>
          </p:nvSpPr>
          <p:spPr>
            <a:xfrm>
              <a:off x="5621082" y="3287448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xmlns="" id="{FF68EA0C-3323-4279-9322-583E0496C340}"/>
                </a:ext>
              </a:extLst>
            </p:cNvPr>
            <p:cNvSpPr/>
            <p:nvPr/>
          </p:nvSpPr>
          <p:spPr>
            <a:xfrm>
              <a:off x="5613909" y="3594361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xmlns="" id="{DA8F7F98-A2C1-4622-86E7-4F2038831BBE}"/>
                </a:ext>
              </a:extLst>
            </p:cNvPr>
            <p:cNvSpPr/>
            <p:nvPr/>
          </p:nvSpPr>
          <p:spPr>
            <a:xfrm>
              <a:off x="5599563" y="3906508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xmlns="" id="{0A05E640-BFCE-401E-8E58-B95F9FAC8DFA}"/>
                </a:ext>
              </a:extLst>
            </p:cNvPr>
            <p:cNvSpPr/>
            <p:nvPr/>
          </p:nvSpPr>
          <p:spPr>
            <a:xfrm>
              <a:off x="5606736" y="4234151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xmlns="" id="{E054FE0A-3727-4A81-B405-7B2AD3CF46C1}"/>
                </a:ext>
              </a:extLst>
            </p:cNvPr>
            <p:cNvSpPr/>
            <p:nvPr/>
          </p:nvSpPr>
          <p:spPr>
            <a:xfrm>
              <a:off x="5599563" y="4541190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xmlns="" id="{181F776C-2AF8-48ED-A45F-6043E45954BF}"/>
                </a:ext>
              </a:extLst>
            </p:cNvPr>
            <p:cNvSpPr/>
            <p:nvPr/>
          </p:nvSpPr>
          <p:spPr>
            <a:xfrm>
              <a:off x="5609779" y="4865090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xmlns="" id="{F411B93B-64DC-40ED-8351-A38502F83EC2}"/>
                </a:ext>
              </a:extLst>
            </p:cNvPr>
            <p:cNvSpPr/>
            <p:nvPr/>
          </p:nvSpPr>
          <p:spPr>
            <a:xfrm>
              <a:off x="5618957" y="5179518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xmlns="" id="{6D4EF766-AAA1-4FD1-9EB8-BC7CCAF80F4C}"/>
                </a:ext>
              </a:extLst>
            </p:cNvPr>
            <p:cNvSpPr/>
            <p:nvPr/>
          </p:nvSpPr>
          <p:spPr>
            <a:xfrm>
              <a:off x="5611784" y="5510763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xmlns="" id="{CA3BC80A-A5C7-4031-AE04-E1DBB065F990}"/>
                </a:ext>
              </a:extLst>
            </p:cNvPr>
            <p:cNvSpPr/>
            <p:nvPr/>
          </p:nvSpPr>
          <p:spPr>
            <a:xfrm>
              <a:off x="5604611" y="5805477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xmlns="" id="{B2C4E260-0390-4C3C-B29D-AB4732D5F312}"/>
                </a:ext>
              </a:extLst>
            </p:cNvPr>
            <p:cNvSpPr/>
            <p:nvPr/>
          </p:nvSpPr>
          <p:spPr>
            <a:xfrm>
              <a:off x="5604611" y="6104833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xmlns="" id="{9CF30D03-0768-4F4A-876B-4064ADC4B962}"/>
                </a:ext>
              </a:extLst>
            </p:cNvPr>
            <p:cNvSpPr/>
            <p:nvPr/>
          </p:nvSpPr>
          <p:spPr>
            <a:xfrm>
              <a:off x="5611784" y="6412576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xmlns="" id="{BDE4CAF1-67FB-4A00-A957-F84932EF37EA}"/>
                </a:ext>
              </a:extLst>
            </p:cNvPr>
            <p:cNvGrpSpPr/>
            <p:nvPr/>
          </p:nvGrpSpPr>
          <p:grpSpPr>
            <a:xfrm>
              <a:off x="5805714" y="741596"/>
              <a:ext cx="587746" cy="386869"/>
              <a:chOff x="5805714" y="609691"/>
              <a:chExt cx="587746" cy="386869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xmlns="" id="{74C944AF-D50A-425E-A441-BD46E8CB9783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Arc 82">
                <a:extLst>
                  <a:ext uri="{FF2B5EF4-FFF2-40B4-BE49-F238E27FC236}">
                    <a16:creationId xmlns:a16="http://schemas.microsoft.com/office/drawing/2014/main" xmlns="" id="{AE95EC9D-DB78-417E-AF31-C543DE84C1EE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7575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xmlns="" id="{EC3E0684-8AE8-4214-BF7B-4AAB6B86F600}"/>
                </a:ext>
              </a:extLst>
            </p:cNvPr>
            <p:cNvGrpSpPr/>
            <p:nvPr/>
          </p:nvGrpSpPr>
          <p:grpSpPr>
            <a:xfrm>
              <a:off x="5805714" y="1052619"/>
              <a:ext cx="587746" cy="386869"/>
              <a:chOff x="5805714" y="609691"/>
              <a:chExt cx="587746" cy="386869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xmlns="" id="{CF8E04A3-B6B4-4F3C-BB6B-AF9929DDA237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Arc 85">
                <a:extLst>
                  <a:ext uri="{FF2B5EF4-FFF2-40B4-BE49-F238E27FC236}">
                    <a16:creationId xmlns:a16="http://schemas.microsoft.com/office/drawing/2014/main" xmlns="" id="{18A95974-DAB2-4BF8-9192-96278D1744CD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30485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xmlns="" id="{C97BDBFC-6DCF-4D05-9235-AF24FD08B7BA}"/>
                </a:ext>
              </a:extLst>
            </p:cNvPr>
            <p:cNvGrpSpPr/>
            <p:nvPr/>
          </p:nvGrpSpPr>
          <p:grpSpPr>
            <a:xfrm>
              <a:off x="5805714" y="1363642"/>
              <a:ext cx="587746" cy="386869"/>
              <a:chOff x="5805714" y="609691"/>
              <a:chExt cx="587746" cy="386869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xmlns="" id="{4AB8CE96-3DF3-4063-9F27-D4DB07BB75EF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Arc 88">
                <a:extLst>
                  <a:ext uri="{FF2B5EF4-FFF2-40B4-BE49-F238E27FC236}">
                    <a16:creationId xmlns:a16="http://schemas.microsoft.com/office/drawing/2014/main" xmlns="" id="{309BD817-14B6-4AA7-A1F6-6EAEFBC3A86F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09658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xmlns="" id="{C6951FED-2BD7-4859-B333-5B1CAEF8AB8D}"/>
                </a:ext>
              </a:extLst>
            </p:cNvPr>
            <p:cNvGrpSpPr/>
            <p:nvPr/>
          </p:nvGrpSpPr>
          <p:grpSpPr>
            <a:xfrm>
              <a:off x="5805714" y="1674665"/>
              <a:ext cx="580573" cy="386869"/>
              <a:chOff x="5805714" y="609691"/>
              <a:chExt cx="580573" cy="386869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xmlns="" id="{FE30C63D-F045-40E9-8C54-26DA5BDA0F44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Arc 91">
                <a:extLst>
                  <a:ext uri="{FF2B5EF4-FFF2-40B4-BE49-F238E27FC236}">
                    <a16:creationId xmlns:a16="http://schemas.microsoft.com/office/drawing/2014/main" xmlns="" id="{434A2720-2A66-40B1-AC7E-5C244C6E6EB9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7571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xmlns="" id="{3253887B-E245-4C89-84BB-C89576187B4D}"/>
                </a:ext>
              </a:extLst>
            </p:cNvPr>
            <p:cNvGrpSpPr/>
            <p:nvPr/>
          </p:nvGrpSpPr>
          <p:grpSpPr>
            <a:xfrm>
              <a:off x="5805714" y="1985688"/>
              <a:ext cx="580573" cy="386869"/>
              <a:chOff x="5805714" y="609691"/>
              <a:chExt cx="580573" cy="386869"/>
            </a:xfrm>
          </p:grpSpPr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xmlns="" id="{C2935527-C9EF-4950-89BB-EB1207B25EAD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Arc 94">
                <a:extLst>
                  <a:ext uri="{FF2B5EF4-FFF2-40B4-BE49-F238E27FC236}">
                    <a16:creationId xmlns:a16="http://schemas.microsoft.com/office/drawing/2014/main" xmlns="" id="{B885AD0D-2A97-4761-A7E2-81AE7730FF98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782495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xmlns="" id="{B20895E6-FBAD-4249-90F9-43369FD2080F}"/>
                </a:ext>
              </a:extLst>
            </p:cNvPr>
            <p:cNvGrpSpPr/>
            <p:nvPr/>
          </p:nvGrpSpPr>
          <p:grpSpPr>
            <a:xfrm>
              <a:off x="5805714" y="2296711"/>
              <a:ext cx="587746" cy="386869"/>
              <a:chOff x="5805714" y="609691"/>
              <a:chExt cx="587746" cy="386869"/>
            </a:xfrm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xmlns="" id="{416F99E9-E132-4AB6-9501-719E390B2951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Arc 97">
                <a:extLst>
                  <a:ext uri="{FF2B5EF4-FFF2-40B4-BE49-F238E27FC236}">
                    <a16:creationId xmlns:a16="http://schemas.microsoft.com/office/drawing/2014/main" xmlns="" id="{7BF41422-E1EF-4A49-906D-7C9E43200378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37911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xmlns="" id="{3A6C8FCE-3906-4A51-8C51-53A21458A79D}"/>
                </a:ext>
              </a:extLst>
            </p:cNvPr>
            <p:cNvGrpSpPr/>
            <p:nvPr/>
          </p:nvGrpSpPr>
          <p:grpSpPr>
            <a:xfrm>
              <a:off x="5805714" y="2607734"/>
              <a:ext cx="587746" cy="386869"/>
              <a:chOff x="5805714" y="609691"/>
              <a:chExt cx="587746" cy="386869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xmlns="" id="{01B7306C-C82A-4CBC-8810-B196E2B85FD9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Arc 100">
                <a:extLst>
                  <a:ext uri="{FF2B5EF4-FFF2-40B4-BE49-F238E27FC236}">
                    <a16:creationId xmlns:a16="http://schemas.microsoft.com/office/drawing/2014/main" xmlns="" id="{4309EB4B-A1C1-41B8-9E71-43E4632DE81A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17170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xmlns="" id="{C74B4894-B5D2-4362-964C-D4DC0546060A}"/>
                </a:ext>
              </a:extLst>
            </p:cNvPr>
            <p:cNvGrpSpPr/>
            <p:nvPr/>
          </p:nvGrpSpPr>
          <p:grpSpPr>
            <a:xfrm>
              <a:off x="5805714" y="2918757"/>
              <a:ext cx="587746" cy="386869"/>
              <a:chOff x="5805714" y="609691"/>
              <a:chExt cx="587746" cy="386869"/>
            </a:xfrm>
          </p:grpSpPr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xmlns="" id="{DA95D981-4D5B-4F4F-8A82-69838938508F}"/>
                  </a:ext>
                </a:extLst>
              </p:cNvPr>
              <p:cNvSpPr/>
              <p:nvPr/>
            </p:nvSpPr>
            <p:spPr>
              <a:xfrm>
                <a:off x="6133654" y="668017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Arc 103">
                <a:extLst>
                  <a:ext uri="{FF2B5EF4-FFF2-40B4-BE49-F238E27FC236}">
                    <a16:creationId xmlns:a16="http://schemas.microsoft.com/office/drawing/2014/main" xmlns="" id="{E4822634-A39A-4B0D-8399-883328FCA1EE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220475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xmlns="" id="{AC0C8900-7AAE-4DAD-9853-250BA8E46217}"/>
                </a:ext>
              </a:extLst>
            </p:cNvPr>
            <p:cNvGrpSpPr/>
            <p:nvPr/>
          </p:nvGrpSpPr>
          <p:grpSpPr>
            <a:xfrm>
              <a:off x="5805714" y="3229780"/>
              <a:ext cx="587746" cy="386869"/>
              <a:chOff x="5805714" y="609691"/>
              <a:chExt cx="587746" cy="386869"/>
            </a:xfrm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xmlns="" id="{8F16C3F5-5111-4385-95DB-684995C5DA9E}"/>
                  </a:ext>
                </a:extLst>
              </p:cNvPr>
              <p:cNvSpPr/>
              <p:nvPr/>
            </p:nvSpPr>
            <p:spPr>
              <a:xfrm>
                <a:off x="6133654" y="668017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Arc 106">
                <a:extLst>
                  <a:ext uri="{FF2B5EF4-FFF2-40B4-BE49-F238E27FC236}">
                    <a16:creationId xmlns:a16="http://schemas.microsoft.com/office/drawing/2014/main" xmlns="" id="{C8E4EC42-A513-472E-AE69-66EF8F71937C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648007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xmlns="" id="{B9DF2A69-06AC-4DC9-B6C7-9A1B9D012585}"/>
                </a:ext>
              </a:extLst>
            </p:cNvPr>
            <p:cNvGrpSpPr/>
            <p:nvPr/>
          </p:nvGrpSpPr>
          <p:grpSpPr>
            <a:xfrm>
              <a:off x="5805714" y="3540803"/>
              <a:ext cx="587746" cy="386869"/>
              <a:chOff x="5805714" y="609691"/>
              <a:chExt cx="587746" cy="386869"/>
            </a:xfrm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xmlns="" id="{66D59475-186E-4F7A-A501-ABEDCC08DC98}"/>
                  </a:ext>
                </a:extLst>
              </p:cNvPr>
              <p:cNvSpPr/>
              <p:nvPr/>
            </p:nvSpPr>
            <p:spPr>
              <a:xfrm>
                <a:off x="6133654" y="668017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Arc 109">
                <a:extLst>
                  <a:ext uri="{FF2B5EF4-FFF2-40B4-BE49-F238E27FC236}">
                    <a16:creationId xmlns:a16="http://schemas.microsoft.com/office/drawing/2014/main" xmlns="" id="{55C929AA-C5D4-4A29-94FC-BF99C03F9430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901467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xmlns="" id="{26F5DDE8-77F1-4A19-9A73-FA16AD387091}"/>
                </a:ext>
              </a:extLst>
            </p:cNvPr>
            <p:cNvGrpSpPr/>
            <p:nvPr/>
          </p:nvGrpSpPr>
          <p:grpSpPr>
            <a:xfrm>
              <a:off x="5805714" y="3851826"/>
              <a:ext cx="587746" cy="386869"/>
              <a:chOff x="5805714" y="609691"/>
              <a:chExt cx="587746" cy="386869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xmlns="" id="{3975D25C-1E30-46E2-BA99-3037ADE31704}"/>
                  </a:ext>
                </a:extLst>
              </p:cNvPr>
              <p:cNvSpPr/>
              <p:nvPr/>
            </p:nvSpPr>
            <p:spPr>
              <a:xfrm>
                <a:off x="6133654" y="668017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Arc 112">
                <a:extLst>
                  <a:ext uri="{FF2B5EF4-FFF2-40B4-BE49-F238E27FC236}">
                    <a16:creationId xmlns:a16="http://schemas.microsoft.com/office/drawing/2014/main" xmlns="" id="{5489E9B8-DC06-4350-B467-61A9DA0B02A7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023282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xmlns="" id="{0375CE18-5EC1-4881-8142-DC1BC91AD094}"/>
                </a:ext>
              </a:extLst>
            </p:cNvPr>
            <p:cNvGrpSpPr/>
            <p:nvPr/>
          </p:nvGrpSpPr>
          <p:grpSpPr>
            <a:xfrm>
              <a:off x="5805714" y="4162849"/>
              <a:ext cx="587746" cy="386869"/>
              <a:chOff x="5805714" y="609691"/>
              <a:chExt cx="587746" cy="386869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xmlns="" id="{10A76D25-919A-40D9-9554-EFE2D3956BE4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Arc 115">
                <a:extLst>
                  <a:ext uri="{FF2B5EF4-FFF2-40B4-BE49-F238E27FC236}">
                    <a16:creationId xmlns:a16="http://schemas.microsoft.com/office/drawing/2014/main" xmlns="" id="{F541D253-66CC-4C59-909C-302800ABEEFC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68103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xmlns="" id="{D86A99F9-8CBA-4BBB-88F7-14582E27C64C}"/>
                </a:ext>
              </a:extLst>
            </p:cNvPr>
            <p:cNvGrpSpPr/>
            <p:nvPr/>
          </p:nvGrpSpPr>
          <p:grpSpPr>
            <a:xfrm>
              <a:off x="5805714" y="4473872"/>
              <a:ext cx="587746" cy="386869"/>
              <a:chOff x="5805714" y="609691"/>
              <a:chExt cx="587746" cy="386869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xmlns="" id="{16259704-CA38-4525-8489-D1FECD12BDBC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Arc 118">
                <a:extLst>
                  <a:ext uri="{FF2B5EF4-FFF2-40B4-BE49-F238E27FC236}">
                    <a16:creationId xmlns:a16="http://schemas.microsoft.com/office/drawing/2014/main" xmlns="" id="{40F4FCA1-5992-49D0-8CE6-8488CF6BAF04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88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xmlns="" id="{F5C59377-7214-4209-BA16-86D5D1DAE2B0}"/>
                </a:ext>
              </a:extLst>
            </p:cNvPr>
            <p:cNvGrpSpPr/>
            <p:nvPr/>
          </p:nvGrpSpPr>
          <p:grpSpPr>
            <a:xfrm>
              <a:off x="5805714" y="4784895"/>
              <a:ext cx="580573" cy="386869"/>
              <a:chOff x="5805714" y="609691"/>
              <a:chExt cx="580573" cy="386869"/>
            </a:xfrm>
          </p:grpSpPr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xmlns="" id="{959A5D35-C7AE-458F-BBB5-71CD3A3F97F8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Arc 121">
                <a:extLst>
                  <a:ext uri="{FF2B5EF4-FFF2-40B4-BE49-F238E27FC236}">
                    <a16:creationId xmlns:a16="http://schemas.microsoft.com/office/drawing/2014/main" xmlns="" id="{F490A229-65A6-4DFF-870F-4B92A114A66A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46438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xmlns="" id="{9EC6FFFF-2006-4366-8566-0113AD9F036A}"/>
                </a:ext>
              </a:extLst>
            </p:cNvPr>
            <p:cNvGrpSpPr/>
            <p:nvPr/>
          </p:nvGrpSpPr>
          <p:grpSpPr>
            <a:xfrm>
              <a:off x="5805714" y="5095918"/>
              <a:ext cx="580573" cy="386869"/>
              <a:chOff x="5805714" y="609691"/>
              <a:chExt cx="580573" cy="386869"/>
            </a:xfrm>
          </p:grpSpPr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xmlns="" id="{595E399E-0521-4D5B-914F-29C3ADDF2B72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Arc 124">
                <a:extLst>
                  <a:ext uri="{FF2B5EF4-FFF2-40B4-BE49-F238E27FC236}">
                    <a16:creationId xmlns:a16="http://schemas.microsoft.com/office/drawing/2014/main" xmlns="" id="{14739334-2472-4756-B880-7780C40DA407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22511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xmlns="" id="{6D7FEFCF-F5E2-48A4-8DA2-466E3FA530E8}"/>
                </a:ext>
              </a:extLst>
            </p:cNvPr>
            <p:cNvGrpSpPr/>
            <p:nvPr/>
          </p:nvGrpSpPr>
          <p:grpSpPr>
            <a:xfrm>
              <a:off x="5805714" y="5406941"/>
              <a:ext cx="580573" cy="386869"/>
              <a:chOff x="5805714" y="609691"/>
              <a:chExt cx="580573" cy="386869"/>
            </a:xfrm>
          </p:grpSpPr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xmlns="" id="{5B8C7798-2FB8-447C-BA5C-ECB75C74E5AD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Arc 127">
                <a:extLst>
                  <a:ext uri="{FF2B5EF4-FFF2-40B4-BE49-F238E27FC236}">
                    <a16:creationId xmlns:a16="http://schemas.microsoft.com/office/drawing/2014/main" xmlns="" id="{DDFE7CA2-AC7D-4CF0-A779-1F7EC6161969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79167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xmlns="" id="{EF6B5FAD-EB1F-43DC-8B99-11CAD21D64C9}"/>
                </a:ext>
              </a:extLst>
            </p:cNvPr>
            <p:cNvGrpSpPr/>
            <p:nvPr/>
          </p:nvGrpSpPr>
          <p:grpSpPr>
            <a:xfrm>
              <a:off x="5805714" y="5717964"/>
              <a:ext cx="580573" cy="386869"/>
              <a:chOff x="5805714" y="609691"/>
              <a:chExt cx="580573" cy="386869"/>
            </a:xfrm>
          </p:grpSpPr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xmlns="" id="{B817890A-729D-4FBB-8EF7-DAFD6F73427B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Arc 130">
                <a:extLst>
                  <a:ext uri="{FF2B5EF4-FFF2-40B4-BE49-F238E27FC236}">
                    <a16:creationId xmlns:a16="http://schemas.microsoft.com/office/drawing/2014/main" xmlns="" id="{EAD6132E-2435-4771-A3CC-CCE94E7A9600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992407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xmlns="" id="{2B7006E1-B188-46BA-BAA5-15A960905F4C}"/>
                </a:ext>
              </a:extLst>
            </p:cNvPr>
            <p:cNvGrpSpPr/>
            <p:nvPr/>
          </p:nvGrpSpPr>
          <p:grpSpPr>
            <a:xfrm>
              <a:off x="5805714" y="6028987"/>
              <a:ext cx="580573" cy="386869"/>
              <a:chOff x="5805714" y="609691"/>
              <a:chExt cx="580573" cy="386869"/>
            </a:xfrm>
          </p:grpSpPr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xmlns="" id="{D01250CF-AFA1-4A19-B3C7-7F163609380B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Arc 133">
                <a:extLst>
                  <a:ext uri="{FF2B5EF4-FFF2-40B4-BE49-F238E27FC236}">
                    <a16:creationId xmlns:a16="http://schemas.microsoft.com/office/drawing/2014/main" xmlns="" id="{1014BA5C-C370-44EB-84DA-2D69E36CE6C3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97210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xmlns="" id="{AD8CB7E5-EBC4-4791-B93B-D0B41B862B83}"/>
                </a:ext>
              </a:extLst>
            </p:cNvPr>
            <p:cNvGrpSpPr/>
            <p:nvPr/>
          </p:nvGrpSpPr>
          <p:grpSpPr>
            <a:xfrm>
              <a:off x="5805714" y="6340004"/>
              <a:ext cx="580573" cy="386869"/>
              <a:chOff x="5805714" y="609691"/>
              <a:chExt cx="580573" cy="386869"/>
            </a:xfrm>
          </p:grpSpPr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xmlns="" id="{CF456FF3-391C-4C8E-A128-A413BDBBB225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Arc 136">
                <a:extLst>
                  <a:ext uri="{FF2B5EF4-FFF2-40B4-BE49-F238E27FC236}">
                    <a16:creationId xmlns:a16="http://schemas.microsoft.com/office/drawing/2014/main" xmlns="" id="{8838FE2A-04D7-44E3-97C3-54338832CB9A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29801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49" name="TextBox 20">
            <a:extLst>
              <a:ext uri="{FF2B5EF4-FFF2-40B4-BE49-F238E27FC236}">
                <a16:creationId xmlns:a16="http://schemas.microsoft.com/office/drawing/2014/main" xmlns="" id="{A965834C-80E1-4270-9F5A-A3582A7BB7F7}"/>
              </a:ext>
            </a:extLst>
          </p:cNvPr>
          <p:cNvSpPr txBox="1"/>
          <p:nvPr/>
        </p:nvSpPr>
        <p:spPr>
          <a:xfrm>
            <a:off x="895623" y="350659"/>
            <a:ext cx="45250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Aft>
                <a:spcPts val="2400"/>
              </a:spcAft>
            </a:pPr>
            <a:r>
              <a:rPr lang="pl-PL" sz="1600" b="1" dirty="0">
                <a:latin typeface="Hand Of Sean" panose="02000500000000000000" pitchFamily="2" charset="-128"/>
                <a:ea typeface="Hand Of Sean" panose="02000500000000000000" pitchFamily="2" charset="-128"/>
              </a:rPr>
              <a:t>Zdolni z </a:t>
            </a:r>
            <a:r>
              <a:rPr lang="pl-PL" sz="1600" b="1" dirty="0" smtClean="0">
                <a:latin typeface="Hand Of Sean" panose="02000500000000000000" pitchFamily="2" charset="-128"/>
                <a:ea typeface="Hand Of Sean" panose="02000500000000000000" pitchFamily="2" charset="-128"/>
              </a:rPr>
              <a:t>Pomorza</a:t>
            </a:r>
          </a:p>
          <a:p>
            <a:pPr>
              <a:lnSpc>
                <a:spcPct val="200000"/>
              </a:lnSpc>
              <a:spcAft>
                <a:spcPts val="2400"/>
              </a:spcAft>
            </a:pPr>
            <a:r>
              <a:rPr lang="pl-PL" sz="1600" b="1" dirty="0" smtClean="0">
                <a:latin typeface="Hand Of Sean" panose="02000500000000000000" pitchFamily="2" charset="-128"/>
                <a:ea typeface="Hand Of Sean" panose="02000500000000000000" pitchFamily="2" charset="-128"/>
              </a:rPr>
              <a:t>etap </a:t>
            </a:r>
            <a:r>
              <a:rPr lang="pl-PL" sz="1600" b="1" dirty="0">
                <a:latin typeface="Hand Of Sean" panose="02000500000000000000" pitchFamily="2" charset="-128"/>
                <a:ea typeface="Hand Of Sean" panose="02000500000000000000" pitchFamily="2" charset="-128"/>
              </a:rPr>
              <a:t>szkolny:</a:t>
            </a:r>
            <a:endParaRPr lang="en-US" sz="1600" b="1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</p:txBody>
      </p:sp>
      <p:sp>
        <p:nvSpPr>
          <p:cNvPr id="150" name="TextBox 21">
            <a:extLst>
              <a:ext uri="{FF2B5EF4-FFF2-40B4-BE49-F238E27FC236}">
                <a16:creationId xmlns="" xmlns:a16="http://schemas.microsoft.com/office/drawing/2014/main" id="{77554162-8FC4-47E5-A14D-FAA80F7E6F08}"/>
              </a:ext>
            </a:extLst>
          </p:cNvPr>
          <p:cNvSpPr txBox="1"/>
          <p:nvPr/>
        </p:nvSpPr>
        <p:spPr>
          <a:xfrm>
            <a:off x="902796" y="1651090"/>
            <a:ext cx="496374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1200" b="1" dirty="0">
                <a:latin typeface="Hand Of Sean" panose="02000500000000000000" pitchFamily="2" charset="-128"/>
                <a:ea typeface="Hand Of Sean" panose="02000500000000000000" pitchFamily="2" charset="-128"/>
              </a:rPr>
              <a:t>BIOLOGIA</a:t>
            </a:r>
            <a:r>
              <a:rPr lang="pl-PL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 - 13 uczestników</a:t>
            </a:r>
          </a:p>
          <a:p>
            <a:pPr>
              <a:lnSpc>
                <a:spcPct val="150000"/>
              </a:lnSpc>
            </a:pPr>
            <a:r>
              <a:rPr lang="pl-PL" sz="1200" b="1" dirty="0">
                <a:latin typeface="Hand Of Sean" panose="02000500000000000000" pitchFamily="2" charset="-128"/>
                <a:ea typeface="Hand Of Sean" panose="02000500000000000000" pitchFamily="2" charset="-128"/>
              </a:rPr>
              <a:t>CHEMIA</a:t>
            </a:r>
            <a:r>
              <a:rPr lang="pl-PL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 - 9 uczestników</a:t>
            </a:r>
          </a:p>
          <a:p>
            <a:pPr>
              <a:lnSpc>
                <a:spcPct val="150000"/>
              </a:lnSpc>
            </a:pPr>
            <a:r>
              <a:rPr lang="pl-PL" sz="1200" b="1" dirty="0">
                <a:latin typeface="Hand Of Sean" panose="02000500000000000000" pitchFamily="2" charset="-128"/>
                <a:ea typeface="Hand Of Sean" panose="02000500000000000000" pitchFamily="2" charset="-128"/>
              </a:rPr>
              <a:t>FIZYKA</a:t>
            </a:r>
            <a:r>
              <a:rPr lang="pl-PL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 - 2 uczestników</a:t>
            </a:r>
          </a:p>
          <a:p>
            <a:pPr>
              <a:lnSpc>
                <a:spcPct val="200000"/>
              </a:lnSpc>
            </a:pPr>
            <a:r>
              <a:rPr lang="pl-PL" sz="1200" b="1" dirty="0">
                <a:latin typeface="Hand Of Sean" panose="02000500000000000000" pitchFamily="2" charset="-128"/>
                <a:ea typeface="Hand Of Sean" panose="02000500000000000000" pitchFamily="2" charset="-128"/>
              </a:rPr>
              <a:t>INFORMATYKA</a:t>
            </a:r>
            <a:r>
              <a:rPr lang="pl-PL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 - 6 uczestników</a:t>
            </a:r>
          </a:p>
          <a:p>
            <a:pPr>
              <a:lnSpc>
                <a:spcPct val="150000"/>
              </a:lnSpc>
            </a:pPr>
            <a:r>
              <a:rPr lang="pl-PL" sz="1200" b="1" dirty="0">
                <a:latin typeface="Hand Of Sean" panose="02000500000000000000" pitchFamily="2" charset="-128"/>
                <a:ea typeface="Hand Of Sean" panose="02000500000000000000" pitchFamily="2" charset="-128"/>
              </a:rPr>
              <a:t>MATEMATYKA</a:t>
            </a:r>
            <a:r>
              <a:rPr lang="pl-PL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 - 13 uczestników</a:t>
            </a:r>
          </a:p>
          <a:p>
            <a:pPr>
              <a:lnSpc>
                <a:spcPct val="150000"/>
              </a:lnSpc>
            </a:pPr>
            <a:r>
              <a:rPr lang="pl-PL" sz="1200" b="1" dirty="0">
                <a:latin typeface="Hand Of Sean" panose="02000500000000000000" pitchFamily="2" charset="-128"/>
                <a:ea typeface="Hand Of Sean" panose="02000500000000000000" pitchFamily="2" charset="-128"/>
              </a:rPr>
              <a:t>KOMPETENCJE SPOŁECZNE</a:t>
            </a:r>
            <a:r>
              <a:rPr lang="pl-PL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 - 29 uczestników</a:t>
            </a:r>
            <a:endParaRPr lang="en-US" sz="12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</p:txBody>
      </p:sp>
      <p:sp>
        <p:nvSpPr>
          <p:cNvPr id="148" name="TextBox 20">
            <a:extLst>
              <a:ext uri="{FF2B5EF4-FFF2-40B4-BE49-F238E27FC236}">
                <a16:creationId xmlns:a16="http://schemas.microsoft.com/office/drawing/2014/main" xmlns="" id="{A965834C-80E1-4270-9F5A-A3582A7BB7F7}"/>
              </a:ext>
            </a:extLst>
          </p:cNvPr>
          <p:cNvSpPr txBox="1"/>
          <p:nvPr/>
        </p:nvSpPr>
        <p:spPr>
          <a:xfrm>
            <a:off x="6405127" y="364517"/>
            <a:ext cx="45250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spcAft>
                <a:spcPts val="2400"/>
              </a:spcAft>
            </a:pPr>
            <a:r>
              <a:rPr lang="pl-PL" sz="1600" b="1" dirty="0">
                <a:latin typeface="Hand Of Sean" panose="02000500000000000000" pitchFamily="2" charset="-128"/>
                <a:ea typeface="Hand Of Sean" panose="02000500000000000000" pitchFamily="2" charset="-128"/>
              </a:rPr>
              <a:t>Zdolni z </a:t>
            </a:r>
            <a:r>
              <a:rPr lang="pl-PL" sz="1600" b="1" dirty="0" smtClean="0">
                <a:latin typeface="Hand Of Sean" panose="02000500000000000000" pitchFamily="2" charset="-128"/>
                <a:ea typeface="Hand Of Sean" panose="02000500000000000000" pitchFamily="2" charset="-128"/>
              </a:rPr>
              <a:t>Pomorza</a:t>
            </a:r>
          </a:p>
          <a:p>
            <a:pPr>
              <a:lnSpc>
                <a:spcPct val="200000"/>
              </a:lnSpc>
              <a:spcAft>
                <a:spcPts val="2400"/>
              </a:spcAft>
            </a:pPr>
            <a:r>
              <a:rPr lang="pl-PL" sz="1600" b="1" dirty="0">
                <a:latin typeface="Hand Of Sean" panose="02000500000000000000" pitchFamily="2" charset="-128"/>
                <a:ea typeface="Hand Of Sean" panose="02000500000000000000" pitchFamily="2" charset="-128"/>
              </a:rPr>
              <a:t>etap powiatowy:</a:t>
            </a:r>
            <a:endParaRPr lang="en-US" sz="1600" b="1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</p:txBody>
      </p:sp>
      <p:sp>
        <p:nvSpPr>
          <p:cNvPr id="151" name="TextBox 21">
            <a:extLst>
              <a:ext uri="{FF2B5EF4-FFF2-40B4-BE49-F238E27FC236}">
                <a16:creationId xmlns="" xmlns:a16="http://schemas.microsoft.com/office/drawing/2014/main" id="{77554162-8FC4-47E5-A14D-FAA80F7E6F08}"/>
              </a:ext>
            </a:extLst>
          </p:cNvPr>
          <p:cNvSpPr txBox="1"/>
          <p:nvPr/>
        </p:nvSpPr>
        <p:spPr>
          <a:xfrm>
            <a:off x="6412300" y="1664948"/>
            <a:ext cx="49637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l-PL" sz="1200" b="1" dirty="0">
                <a:latin typeface="Hand Of Sean" panose="02000500000000000000" pitchFamily="2" charset="-128"/>
                <a:ea typeface="Hand Of Sean" panose="02000500000000000000" pitchFamily="2" charset="-128"/>
              </a:rPr>
              <a:t>BIOLOGIA </a:t>
            </a:r>
            <a:r>
              <a:rPr lang="pl-PL" sz="1200" b="1" dirty="0" smtClean="0">
                <a:latin typeface="Hand Of Sean" panose="02000500000000000000" pitchFamily="2" charset="-128"/>
                <a:ea typeface="Hand Of Sean" panose="02000500000000000000" pitchFamily="2" charset="-128"/>
              </a:rPr>
              <a:t>- </a:t>
            </a:r>
            <a:r>
              <a:rPr lang="pl-PL" sz="1200" dirty="0" smtClean="0">
                <a:latin typeface="Hand Of Sean" panose="02000500000000000000" pitchFamily="2" charset="-128"/>
                <a:ea typeface="Hand Of Sean" panose="02000500000000000000" pitchFamily="2" charset="-128"/>
              </a:rPr>
              <a:t>Joanna </a:t>
            </a:r>
            <a:r>
              <a:rPr lang="pl-PL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Balińska, Dobrochna Nowak, Tomasz Soczyński</a:t>
            </a:r>
          </a:p>
          <a:p>
            <a:pPr>
              <a:lnSpc>
                <a:spcPct val="200000"/>
              </a:lnSpc>
            </a:pPr>
            <a:r>
              <a:rPr lang="pl-PL" sz="1200" b="1" dirty="0">
                <a:latin typeface="Hand Of Sean" panose="02000500000000000000" pitchFamily="2" charset="-128"/>
                <a:ea typeface="Hand Of Sean" panose="02000500000000000000" pitchFamily="2" charset="-128"/>
              </a:rPr>
              <a:t>FIZYKA </a:t>
            </a:r>
            <a:r>
              <a:rPr lang="pl-PL" sz="1200" b="1" dirty="0" smtClean="0">
                <a:latin typeface="Hand Of Sean" panose="02000500000000000000" pitchFamily="2" charset="-128"/>
                <a:ea typeface="Hand Of Sean" panose="02000500000000000000" pitchFamily="2" charset="-128"/>
              </a:rPr>
              <a:t>- </a:t>
            </a:r>
            <a:r>
              <a:rPr lang="pl-PL" sz="1200" dirty="0" smtClean="0">
                <a:latin typeface="Hand Of Sean" panose="02000500000000000000" pitchFamily="2" charset="-128"/>
                <a:ea typeface="Hand Of Sean" panose="02000500000000000000" pitchFamily="2" charset="-128"/>
              </a:rPr>
              <a:t>Julian </a:t>
            </a:r>
            <a:r>
              <a:rPr lang="pl-PL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Kotłowski</a:t>
            </a:r>
          </a:p>
          <a:p>
            <a:pPr>
              <a:lnSpc>
                <a:spcPct val="200000"/>
              </a:lnSpc>
            </a:pPr>
            <a:r>
              <a:rPr lang="pl-PL" sz="1200" b="1" dirty="0">
                <a:latin typeface="Hand Of Sean" panose="02000500000000000000" pitchFamily="2" charset="-128"/>
                <a:ea typeface="Hand Of Sean" panose="02000500000000000000" pitchFamily="2" charset="-128"/>
              </a:rPr>
              <a:t>INFORMATYKA -</a:t>
            </a:r>
            <a:r>
              <a:rPr lang="pl-PL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Julian Kotłowski</a:t>
            </a:r>
            <a:endParaRPr lang="en-US" sz="12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749542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xmlns="" id="{C03955BB-E41C-4E77-BB48-325360470229}"/>
              </a:ext>
            </a:extLst>
          </p:cNvPr>
          <p:cNvSpPr/>
          <p:nvPr/>
        </p:nvSpPr>
        <p:spPr>
          <a:xfrm>
            <a:off x="275045" y="-5785"/>
            <a:ext cx="5681417" cy="6858000"/>
          </a:xfrm>
          <a:prstGeom prst="rect">
            <a:avLst/>
          </a:prstGeom>
          <a:solidFill>
            <a:srgbClr val="322B80"/>
          </a:solidFill>
          <a:ln>
            <a:noFill/>
          </a:ln>
          <a:effectLst>
            <a:outerShdw blurRad="50800" dist="889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3F222A8-AF2A-4292-8A95-0C3AD37A109D}"/>
              </a:ext>
            </a:extLst>
          </p:cNvPr>
          <p:cNvSpPr/>
          <p:nvPr/>
        </p:nvSpPr>
        <p:spPr>
          <a:xfrm>
            <a:off x="6096001" y="0"/>
            <a:ext cx="5660571" cy="6858000"/>
          </a:xfrm>
          <a:prstGeom prst="rect">
            <a:avLst/>
          </a:prstGeom>
          <a:solidFill>
            <a:srgbClr val="322B80"/>
          </a:solidFill>
          <a:ln>
            <a:noFill/>
          </a:ln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0" name="Group 189">
            <a:extLst>
              <a:ext uri="{FF2B5EF4-FFF2-40B4-BE49-F238E27FC236}">
                <a16:creationId xmlns:a16="http://schemas.microsoft.com/office/drawing/2014/main" xmlns="" id="{B1C4F1B1-18D1-4F24-A7B4-A913BFFF45E6}"/>
              </a:ext>
            </a:extLst>
          </p:cNvPr>
          <p:cNvGrpSpPr/>
          <p:nvPr/>
        </p:nvGrpSpPr>
        <p:grpSpPr>
          <a:xfrm>
            <a:off x="6162613" y="119551"/>
            <a:ext cx="5541663" cy="6662468"/>
            <a:chOff x="6128872" y="119550"/>
            <a:chExt cx="5541663" cy="6662468"/>
          </a:xfrm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xmlns="" id="{479DEB60-7570-45B4-8336-36827F8A3ED2}"/>
                </a:ext>
              </a:extLst>
            </p:cNvPr>
            <p:cNvSpPr/>
            <p:nvPr/>
          </p:nvSpPr>
          <p:spPr>
            <a:xfrm>
              <a:off x="11148331" y="4069452"/>
              <a:ext cx="522204" cy="2657736"/>
            </a:xfrm>
            <a:prstGeom prst="rect">
              <a:avLst/>
            </a:prstGeom>
            <a:solidFill>
              <a:srgbClr val="C10E1A"/>
            </a:solidFill>
            <a:ln>
              <a:noFill/>
            </a:ln>
            <a:effectLst>
              <a:outerShdw blurRad="508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xmlns="" id="{1F0B4A1C-B94A-47CE-AED1-2D2A4BE4CFF9}"/>
                </a:ext>
              </a:extLst>
            </p:cNvPr>
            <p:cNvSpPr/>
            <p:nvPr/>
          </p:nvSpPr>
          <p:spPr>
            <a:xfrm>
              <a:off x="6128872" y="119550"/>
              <a:ext cx="5395162" cy="6607323"/>
            </a:xfrm>
            <a:custGeom>
              <a:avLst/>
              <a:gdLst>
                <a:gd name="connsiteX0" fmla="*/ 0 w 5395162"/>
                <a:gd name="connsiteY0" fmla="*/ 0 h 6607323"/>
                <a:gd name="connsiteX1" fmla="*/ 5395162 w 5395162"/>
                <a:gd name="connsiteY1" fmla="*/ 0 h 6607323"/>
                <a:gd name="connsiteX2" fmla="*/ 5395162 w 5395162"/>
                <a:gd name="connsiteY2" fmla="*/ 3949902 h 6607323"/>
                <a:gd name="connsiteX3" fmla="*/ 5230980 w 5395162"/>
                <a:gd name="connsiteY3" fmla="*/ 3949902 h 6607323"/>
                <a:gd name="connsiteX4" fmla="*/ 5032614 w 5395162"/>
                <a:gd name="connsiteY4" fmla="*/ 4148268 h 6607323"/>
                <a:gd name="connsiteX5" fmla="*/ 5032614 w 5395162"/>
                <a:gd name="connsiteY5" fmla="*/ 6607209 h 6607323"/>
                <a:gd name="connsiteX6" fmla="*/ 5032625 w 5395162"/>
                <a:gd name="connsiteY6" fmla="*/ 6607323 h 6607323"/>
                <a:gd name="connsiteX7" fmla="*/ 0 w 5395162"/>
                <a:gd name="connsiteY7" fmla="*/ 6607323 h 660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95162" h="6607323">
                  <a:moveTo>
                    <a:pt x="0" y="0"/>
                  </a:moveTo>
                  <a:lnTo>
                    <a:pt x="5395162" y="0"/>
                  </a:lnTo>
                  <a:lnTo>
                    <a:pt x="5395162" y="3949902"/>
                  </a:lnTo>
                  <a:lnTo>
                    <a:pt x="5230980" y="3949902"/>
                  </a:lnTo>
                  <a:cubicBezTo>
                    <a:pt x="5121425" y="3949902"/>
                    <a:pt x="5032614" y="4038713"/>
                    <a:pt x="5032614" y="4148268"/>
                  </a:cubicBezTo>
                  <a:lnTo>
                    <a:pt x="5032614" y="6607209"/>
                  </a:lnTo>
                  <a:lnTo>
                    <a:pt x="5032625" y="6607323"/>
                  </a:lnTo>
                  <a:lnTo>
                    <a:pt x="0" y="6607323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  <a:effectLst>
              <a:outerShdw blurRad="508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xmlns="" id="{B1FBF4D5-CE44-480D-BC29-B88EB2D96005}"/>
                </a:ext>
              </a:extLst>
            </p:cNvPr>
            <p:cNvSpPr txBox="1"/>
            <p:nvPr/>
          </p:nvSpPr>
          <p:spPr>
            <a:xfrm>
              <a:off x="11165068" y="5479513"/>
              <a:ext cx="461665" cy="130250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pl-PL" b="1" dirty="0"/>
                <a:t>STRONA</a:t>
              </a:r>
              <a:r>
                <a:rPr lang="en-US" b="1" dirty="0"/>
                <a:t> 0</a:t>
              </a:r>
              <a:r>
                <a:rPr lang="pl-PL" b="1" dirty="0"/>
                <a:t>3</a:t>
              </a:r>
              <a:endParaRPr lang="en-US" b="1" dirty="0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xmlns="" id="{4D3EC6F6-41B8-42EA-9450-9660D30297B3}"/>
              </a:ext>
            </a:extLst>
          </p:cNvPr>
          <p:cNvGrpSpPr/>
          <p:nvPr/>
        </p:nvGrpSpPr>
        <p:grpSpPr>
          <a:xfrm flipH="1">
            <a:off x="334710" y="89190"/>
            <a:ext cx="5558399" cy="6630703"/>
            <a:chOff x="6128872" y="119550"/>
            <a:chExt cx="5558399" cy="6630702"/>
          </a:xfrm>
        </p:grpSpPr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xmlns="" id="{BC45525F-CA64-4D1D-A75E-E6290B229999}"/>
                </a:ext>
              </a:extLst>
            </p:cNvPr>
            <p:cNvSpPr/>
            <p:nvPr/>
          </p:nvSpPr>
          <p:spPr>
            <a:xfrm>
              <a:off x="11165067" y="4092516"/>
              <a:ext cx="522204" cy="2657736"/>
            </a:xfrm>
            <a:prstGeom prst="rect">
              <a:avLst/>
            </a:prstGeom>
            <a:solidFill>
              <a:srgbClr val="C10E1A"/>
            </a:solidFill>
            <a:ln>
              <a:noFill/>
            </a:ln>
            <a:effectLst>
              <a:outerShdw blurRad="50800" dist="635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xmlns="" id="{4CCDAA36-0014-487F-9FC8-FB18AD79A536}"/>
                </a:ext>
              </a:extLst>
            </p:cNvPr>
            <p:cNvSpPr/>
            <p:nvPr/>
          </p:nvSpPr>
          <p:spPr>
            <a:xfrm>
              <a:off x="6128872" y="119550"/>
              <a:ext cx="5395162" cy="6607323"/>
            </a:xfrm>
            <a:custGeom>
              <a:avLst/>
              <a:gdLst>
                <a:gd name="connsiteX0" fmla="*/ 0 w 5395162"/>
                <a:gd name="connsiteY0" fmla="*/ 0 h 6607323"/>
                <a:gd name="connsiteX1" fmla="*/ 5395162 w 5395162"/>
                <a:gd name="connsiteY1" fmla="*/ 0 h 6607323"/>
                <a:gd name="connsiteX2" fmla="*/ 5395162 w 5395162"/>
                <a:gd name="connsiteY2" fmla="*/ 3949902 h 6607323"/>
                <a:gd name="connsiteX3" fmla="*/ 5230980 w 5395162"/>
                <a:gd name="connsiteY3" fmla="*/ 3949902 h 6607323"/>
                <a:gd name="connsiteX4" fmla="*/ 5032614 w 5395162"/>
                <a:gd name="connsiteY4" fmla="*/ 4148268 h 6607323"/>
                <a:gd name="connsiteX5" fmla="*/ 5032614 w 5395162"/>
                <a:gd name="connsiteY5" fmla="*/ 6607209 h 6607323"/>
                <a:gd name="connsiteX6" fmla="*/ 5032625 w 5395162"/>
                <a:gd name="connsiteY6" fmla="*/ 6607323 h 6607323"/>
                <a:gd name="connsiteX7" fmla="*/ 0 w 5395162"/>
                <a:gd name="connsiteY7" fmla="*/ 6607323 h 660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95162" h="6607323">
                  <a:moveTo>
                    <a:pt x="0" y="0"/>
                  </a:moveTo>
                  <a:lnTo>
                    <a:pt x="5395162" y="0"/>
                  </a:lnTo>
                  <a:lnTo>
                    <a:pt x="5395162" y="3949902"/>
                  </a:lnTo>
                  <a:lnTo>
                    <a:pt x="5230980" y="3949902"/>
                  </a:lnTo>
                  <a:cubicBezTo>
                    <a:pt x="5121425" y="3949902"/>
                    <a:pt x="5032614" y="4038713"/>
                    <a:pt x="5032614" y="4148268"/>
                  </a:cubicBezTo>
                  <a:lnTo>
                    <a:pt x="5032614" y="6607209"/>
                  </a:lnTo>
                  <a:lnTo>
                    <a:pt x="5032625" y="6607323"/>
                  </a:lnTo>
                  <a:lnTo>
                    <a:pt x="0" y="6607323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  <a:effectLst>
              <a:outerShdw blurRad="50800" dist="762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xmlns="" id="{028D77CE-26CC-48A3-92E2-0D112FD9E9FA}"/>
                </a:ext>
              </a:extLst>
            </p:cNvPr>
            <p:cNvSpPr txBox="1"/>
            <p:nvPr/>
          </p:nvSpPr>
          <p:spPr>
            <a:xfrm>
              <a:off x="11176000" y="5437301"/>
              <a:ext cx="461665" cy="1302505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pl-PL" b="1" dirty="0"/>
                <a:t>STRONA</a:t>
              </a:r>
              <a:r>
                <a:rPr lang="en-US" b="1" dirty="0"/>
                <a:t> 0</a:t>
              </a:r>
              <a:r>
                <a:rPr lang="pl-PL" b="1" dirty="0"/>
                <a:t>2</a:t>
              </a:r>
              <a:endParaRPr lang="en-US" b="1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0F1A4B53-3DA8-4B08-87F6-99E2B5780CCB}"/>
              </a:ext>
            </a:extLst>
          </p:cNvPr>
          <p:cNvGrpSpPr/>
          <p:nvPr/>
        </p:nvGrpSpPr>
        <p:grpSpPr>
          <a:xfrm>
            <a:off x="5599565" y="119551"/>
            <a:ext cx="793897" cy="6607323"/>
            <a:chOff x="5599563" y="119550"/>
            <a:chExt cx="793897" cy="6607323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xmlns="" id="{D119F2DB-0E38-4A31-831F-2BAF295D2A25}"/>
                </a:ext>
              </a:extLst>
            </p:cNvPr>
            <p:cNvSpPr/>
            <p:nvPr/>
          </p:nvSpPr>
          <p:spPr>
            <a:xfrm>
              <a:off x="5613909" y="205615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xmlns="" id="{AEE5042A-E067-4FB7-BCFF-00BB33BFEDEC}"/>
                </a:ext>
              </a:extLst>
            </p:cNvPr>
            <p:cNvGrpSpPr/>
            <p:nvPr/>
          </p:nvGrpSpPr>
          <p:grpSpPr>
            <a:xfrm>
              <a:off x="5805714" y="119550"/>
              <a:ext cx="587746" cy="386869"/>
              <a:chOff x="5805714" y="609691"/>
              <a:chExt cx="587746" cy="386869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xmlns="" id="{9ECC8D50-758B-45D1-9832-058DA749338C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Arc 8">
                <a:extLst>
                  <a:ext uri="{FF2B5EF4-FFF2-40B4-BE49-F238E27FC236}">
                    <a16:creationId xmlns:a16="http://schemas.microsoft.com/office/drawing/2014/main" xmlns="" id="{FC783E55-1922-4926-8D97-EC60526709F7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333954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xmlns="" id="{FCB92E0C-F05E-4602-8A6C-A561815032EC}"/>
                </a:ext>
              </a:extLst>
            </p:cNvPr>
            <p:cNvSpPr/>
            <p:nvPr/>
          </p:nvSpPr>
          <p:spPr>
            <a:xfrm>
              <a:off x="5626987" y="482302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xmlns="" id="{E48E30C9-A74F-4C52-AD04-FC9A5CBD8258}"/>
                </a:ext>
              </a:extLst>
            </p:cNvPr>
            <p:cNvGrpSpPr/>
            <p:nvPr/>
          </p:nvGrpSpPr>
          <p:grpSpPr>
            <a:xfrm>
              <a:off x="5805714" y="430573"/>
              <a:ext cx="587746" cy="386869"/>
              <a:chOff x="5805714" y="609691"/>
              <a:chExt cx="587746" cy="386869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xmlns="" id="{9D80A7DB-810E-4588-BE25-E9F7C34D3DB1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Arc 79">
                <a:extLst>
                  <a:ext uri="{FF2B5EF4-FFF2-40B4-BE49-F238E27FC236}">
                    <a16:creationId xmlns:a16="http://schemas.microsoft.com/office/drawing/2014/main" xmlns="" id="{0CEE252C-3F6B-425D-A974-8C322FD62AA8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604954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xmlns="" id="{A4620A41-830E-412F-B7F4-82B17531460F}"/>
                </a:ext>
              </a:extLst>
            </p:cNvPr>
            <p:cNvSpPr/>
            <p:nvPr/>
          </p:nvSpPr>
          <p:spPr>
            <a:xfrm>
              <a:off x="5615436" y="806190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xmlns="" id="{B8C591D4-C50C-4B67-805A-961945693BE6}"/>
                </a:ext>
              </a:extLst>
            </p:cNvPr>
            <p:cNvSpPr/>
            <p:nvPr/>
          </p:nvSpPr>
          <p:spPr>
            <a:xfrm>
              <a:off x="5611655" y="1106598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xmlns="" id="{461F08B5-15BF-4C63-B54C-7D2001EDCAD3}"/>
                </a:ext>
              </a:extLst>
            </p:cNvPr>
            <p:cNvSpPr/>
            <p:nvPr/>
          </p:nvSpPr>
          <p:spPr>
            <a:xfrm>
              <a:off x="5612847" y="1430189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xmlns="" id="{D12C5631-8C0A-4256-BD3E-88D081A7321B}"/>
                </a:ext>
              </a:extLst>
            </p:cNvPr>
            <p:cNvSpPr/>
            <p:nvPr/>
          </p:nvSpPr>
          <p:spPr>
            <a:xfrm>
              <a:off x="5620749" y="1722081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xmlns="" id="{D3030D9B-44CF-4F4E-A86E-18A79322376D}"/>
                </a:ext>
              </a:extLst>
            </p:cNvPr>
            <p:cNvSpPr/>
            <p:nvPr/>
          </p:nvSpPr>
          <p:spPr>
            <a:xfrm>
              <a:off x="5626130" y="2049206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xmlns="" id="{0E9F8D11-58D9-4493-A410-DACB43B5E48F}"/>
                </a:ext>
              </a:extLst>
            </p:cNvPr>
            <p:cNvSpPr/>
            <p:nvPr/>
          </p:nvSpPr>
          <p:spPr>
            <a:xfrm>
              <a:off x="5621082" y="2351377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xmlns="" id="{880FA994-AF36-4890-A98D-4750B71B3C59}"/>
                </a:ext>
              </a:extLst>
            </p:cNvPr>
            <p:cNvSpPr/>
            <p:nvPr/>
          </p:nvSpPr>
          <p:spPr>
            <a:xfrm>
              <a:off x="5628255" y="2663781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xmlns="" id="{9E5C2FB6-992A-4537-B467-2FCB0FDBDB9F}"/>
                </a:ext>
              </a:extLst>
            </p:cNvPr>
            <p:cNvSpPr/>
            <p:nvPr/>
          </p:nvSpPr>
          <p:spPr>
            <a:xfrm>
              <a:off x="5628255" y="2965247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xmlns="" id="{73193785-12A4-408F-9E7C-27DDBEAFA7BD}"/>
                </a:ext>
              </a:extLst>
            </p:cNvPr>
            <p:cNvSpPr/>
            <p:nvPr/>
          </p:nvSpPr>
          <p:spPr>
            <a:xfrm>
              <a:off x="5621082" y="3287448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xmlns="" id="{FF68EA0C-3323-4279-9322-583E0496C340}"/>
                </a:ext>
              </a:extLst>
            </p:cNvPr>
            <p:cNvSpPr/>
            <p:nvPr/>
          </p:nvSpPr>
          <p:spPr>
            <a:xfrm>
              <a:off x="5613909" y="3594361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xmlns="" id="{DA8F7F98-A2C1-4622-86E7-4F2038831BBE}"/>
                </a:ext>
              </a:extLst>
            </p:cNvPr>
            <p:cNvSpPr/>
            <p:nvPr/>
          </p:nvSpPr>
          <p:spPr>
            <a:xfrm>
              <a:off x="5599563" y="3906508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xmlns="" id="{0A05E640-BFCE-401E-8E58-B95F9FAC8DFA}"/>
                </a:ext>
              </a:extLst>
            </p:cNvPr>
            <p:cNvSpPr/>
            <p:nvPr/>
          </p:nvSpPr>
          <p:spPr>
            <a:xfrm>
              <a:off x="5606736" y="4234151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xmlns="" id="{E054FE0A-3727-4A81-B405-7B2AD3CF46C1}"/>
                </a:ext>
              </a:extLst>
            </p:cNvPr>
            <p:cNvSpPr/>
            <p:nvPr/>
          </p:nvSpPr>
          <p:spPr>
            <a:xfrm>
              <a:off x="5599563" y="4541190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xmlns="" id="{181F776C-2AF8-48ED-A45F-6043E45954BF}"/>
                </a:ext>
              </a:extLst>
            </p:cNvPr>
            <p:cNvSpPr/>
            <p:nvPr/>
          </p:nvSpPr>
          <p:spPr>
            <a:xfrm>
              <a:off x="5609779" y="4865090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xmlns="" id="{F411B93B-64DC-40ED-8351-A38502F83EC2}"/>
                </a:ext>
              </a:extLst>
            </p:cNvPr>
            <p:cNvSpPr/>
            <p:nvPr/>
          </p:nvSpPr>
          <p:spPr>
            <a:xfrm>
              <a:off x="5618957" y="5179518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xmlns="" id="{6D4EF766-AAA1-4FD1-9EB8-BC7CCAF80F4C}"/>
                </a:ext>
              </a:extLst>
            </p:cNvPr>
            <p:cNvSpPr/>
            <p:nvPr/>
          </p:nvSpPr>
          <p:spPr>
            <a:xfrm>
              <a:off x="5611784" y="5510763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xmlns="" id="{CA3BC80A-A5C7-4031-AE04-E1DBB065F990}"/>
                </a:ext>
              </a:extLst>
            </p:cNvPr>
            <p:cNvSpPr/>
            <p:nvPr/>
          </p:nvSpPr>
          <p:spPr>
            <a:xfrm>
              <a:off x="5604611" y="5805477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xmlns="" id="{B2C4E260-0390-4C3C-B29D-AB4732D5F312}"/>
                </a:ext>
              </a:extLst>
            </p:cNvPr>
            <p:cNvSpPr/>
            <p:nvPr/>
          </p:nvSpPr>
          <p:spPr>
            <a:xfrm>
              <a:off x="5604611" y="6104833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xmlns="" id="{9CF30D03-0768-4F4A-876B-4064ADC4B962}"/>
                </a:ext>
              </a:extLst>
            </p:cNvPr>
            <p:cNvSpPr/>
            <p:nvPr/>
          </p:nvSpPr>
          <p:spPr>
            <a:xfrm>
              <a:off x="5611784" y="6412576"/>
              <a:ext cx="259806" cy="145054"/>
            </a:xfrm>
            <a:prstGeom prst="rect">
              <a:avLst/>
            </a:prstGeom>
            <a:solidFill>
              <a:srgbClr val="322B80"/>
            </a:solidFill>
            <a:ln>
              <a:noFill/>
            </a:ln>
            <a:effectLst>
              <a:innerShdw blurRad="127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xmlns="" id="{BDE4CAF1-67FB-4A00-A957-F84932EF37EA}"/>
                </a:ext>
              </a:extLst>
            </p:cNvPr>
            <p:cNvGrpSpPr/>
            <p:nvPr/>
          </p:nvGrpSpPr>
          <p:grpSpPr>
            <a:xfrm>
              <a:off x="5805714" y="741596"/>
              <a:ext cx="587746" cy="386869"/>
              <a:chOff x="5805714" y="609691"/>
              <a:chExt cx="587746" cy="386869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xmlns="" id="{74C944AF-D50A-425E-A441-BD46E8CB9783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Arc 82">
                <a:extLst>
                  <a:ext uri="{FF2B5EF4-FFF2-40B4-BE49-F238E27FC236}">
                    <a16:creationId xmlns:a16="http://schemas.microsoft.com/office/drawing/2014/main" xmlns="" id="{AE95EC9D-DB78-417E-AF31-C543DE84C1EE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7575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xmlns="" id="{EC3E0684-8AE8-4214-BF7B-4AAB6B86F600}"/>
                </a:ext>
              </a:extLst>
            </p:cNvPr>
            <p:cNvGrpSpPr/>
            <p:nvPr/>
          </p:nvGrpSpPr>
          <p:grpSpPr>
            <a:xfrm>
              <a:off x="5805714" y="1052619"/>
              <a:ext cx="587746" cy="386869"/>
              <a:chOff x="5805714" y="609691"/>
              <a:chExt cx="587746" cy="386869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xmlns="" id="{CF8E04A3-B6B4-4F3C-BB6B-AF9929DDA237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Arc 85">
                <a:extLst>
                  <a:ext uri="{FF2B5EF4-FFF2-40B4-BE49-F238E27FC236}">
                    <a16:creationId xmlns:a16="http://schemas.microsoft.com/office/drawing/2014/main" xmlns="" id="{18A95974-DAB2-4BF8-9192-96278D1744CD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30485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xmlns="" id="{C97BDBFC-6DCF-4D05-9235-AF24FD08B7BA}"/>
                </a:ext>
              </a:extLst>
            </p:cNvPr>
            <p:cNvGrpSpPr/>
            <p:nvPr/>
          </p:nvGrpSpPr>
          <p:grpSpPr>
            <a:xfrm>
              <a:off x="5805714" y="1363642"/>
              <a:ext cx="587746" cy="386869"/>
              <a:chOff x="5805714" y="609691"/>
              <a:chExt cx="587746" cy="386869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xmlns="" id="{4AB8CE96-3DF3-4063-9F27-D4DB07BB75EF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Arc 88">
                <a:extLst>
                  <a:ext uri="{FF2B5EF4-FFF2-40B4-BE49-F238E27FC236}">
                    <a16:creationId xmlns:a16="http://schemas.microsoft.com/office/drawing/2014/main" xmlns="" id="{309BD817-14B6-4AA7-A1F6-6EAEFBC3A86F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09658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xmlns="" id="{C6951FED-2BD7-4859-B333-5B1CAEF8AB8D}"/>
                </a:ext>
              </a:extLst>
            </p:cNvPr>
            <p:cNvGrpSpPr/>
            <p:nvPr/>
          </p:nvGrpSpPr>
          <p:grpSpPr>
            <a:xfrm>
              <a:off x="5805714" y="1674665"/>
              <a:ext cx="580573" cy="386869"/>
              <a:chOff x="5805714" y="609691"/>
              <a:chExt cx="580573" cy="386869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xmlns="" id="{FE30C63D-F045-40E9-8C54-26DA5BDA0F44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Arc 91">
                <a:extLst>
                  <a:ext uri="{FF2B5EF4-FFF2-40B4-BE49-F238E27FC236}">
                    <a16:creationId xmlns:a16="http://schemas.microsoft.com/office/drawing/2014/main" xmlns="" id="{434A2720-2A66-40B1-AC7E-5C244C6E6EB9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7571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xmlns="" id="{3253887B-E245-4C89-84BB-C89576187B4D}"/>
                </a:ext>
              </a:extLst>
            </p:cNvPr>
            <p:cNvGrpSpPr/>
            <p:nvPr/>
          </p:nvGrpSpPr>
          <p:grpSpPr>
            <a:xfrm>
              <a:off x="5805714" y="1985688"/>
              <a:ext cx="580573" cy="386869"/>
              <a:chOff x="5805714" y="609691"/>
              <a:chExt cx="580573" cy="386869"/>
            </a:xfrm>
          </p:grpSpPr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xmlns="" id="{C2935527-C9EF-4950-89BB-EB1207B25EAD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Arc 94">
                <a:extLst>
                  <a:ext uri="{FF2B5EF4-FFF2-40B4-BE49-F238E27FC236}">
                    <a16:creationId xmlns:a16="http://schemas.microsoft.com/office/drawing/2014/main" xmlns="" id="{B885AD0D-2A97-4761-A7E2-81AE7730FF98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782495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xmlns="" id="{B20895E6-FBAD-4249-90F9-43369FD2080F}"/>
                </a:ext>
              </a:extLst>
            </p:cNvPr>
            <p:cNvGrpSpPr/>
            <p:nvPr/>
          </p:nvGrpSpPr>
          <p:grpSpPr>
            <a:xfrm>
              <a:off x="5805714" y="2296711"/>
              <a:ext cx="587746" cy="386869"/>
              <a:chOff x="5805714" y="609691"/>
              <a:chExt cx="587746" cy="386869"/>
            </a:xfrm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xmlns="" id="{416F99E9-E132-4AB6-9501-719E390B2951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Arc 97">
                <a:extLst>
                  <a:ext uri="{FF2B5EF4-FFF2-40B4-BE49-F238E27FC236}">
                    <a16:creationId xmlns:a16="http://schemas.microsoft.com/office/drawing/2014/main" xmlns="" id="{7BF41422-E1EF-4A49-906D-7C9E43200378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37911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xmlns="" id="{3A6C8FCE-3906-4A51-8C51-53A21458A79D}"/>
                </a:ext>
              </a:extLst>
            </p:cNvPr>
            <p:cNvGrpSpPr/>
            <p:nvPr/>
          </p:nvGrpSpPr>
          <p:grpSpPr>
            <a:xfrm>
              <a:off x="5805714" y="2607734"/>
              <a:ext cx="587746" cy="386869"/>
              <a:chOff x="5805714" y="609691"/>
              <a:chExt cx="587746" cy="386869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xmlns="" id="{01B7306C-C82A-4CBC-8810-B196E2B85FD9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Arc 100">
                <a:extLst>
                  <a:ext uri="{FF2B5EF4-FFF2-40B4-BE49-F238E27FC236}">
                    <a16:creationId xmlns:a16="http://schemas.microsoft.com/office/drawing/2014/main" xmlns="" id="{4309EB4B-A1C1-41B8-9E71-43E4632DE81A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17170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xmlns="" id="{C74B4894-B5D2-4362-964C-D4DC0546060A}"/>
                </a:ext>
              </a:extLst>
            </p:cNvPr>
            <p:cNvGrpSpPr/>
            <p:nvPr/>
          </p:nvGrpSpPr>
          <p:grpSpPr>
            <a:xfrm>
              <a:off x="5805714" y="2918757"/>
              <a:ext cx="587746" cy="386869"/>
              <a:chOff x="5805714" y="609691"/>
              <a:chExt cx="587746" cy="386869"/>
            </a:xfrm>
          </p:grpSpPr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xmlns="" id="{DA95D981-4D5B-4F4F-8A82-69838938508F}"/>
                  </a:ext>
                </a:extLst>
              </p:cNvPr>
              <p:cNvSpPr/>
              <p:nvPr/>
            </p:nvSpPr>
            <p:spPr>
              <a:xfrm>
                <a:off x="6133654" y="668017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Arc 103">
                <a:extLst>
                  <a:ext uri="{FF2B5EF4-FFF2-40B4-BE49-F238E27FC236}">
                    <a16:creationId xmlns:a16="http://schemas.microsoft.com/office/drawing/2014/main" xmlns="" id="{E4822634-A39A-4B0D-8399-883328FCA1EE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220475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xmlns="" id="{AC0C8900-7AAE-4DAD-9853-250BA8E46217}"/>
                </a:ext>
              </a:extLst>
            </p:cNvPr>
            <p:cNvGrpSpPr/>
            <p:nvPr/>
          </p:nvGrpSpPr>
          <p:grpSpPr>
            <a:xfrm>
              <a:off x="5805714" y="3229780"/>
              <a:ext cx="587746" cy="386869"/>
              <a:chOff x="5805714" y="609691"/>
              <a:chExt cx="587746" cy="386869"/>
            </a:xfrm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xmlns="" id="{8F16C3F5-5111-4385-95DB-684995C5DA9E}"/>
                  </a:ext>
                </a:extLst>
              </p:cNvPr>
              <p:cNvSpPr/>
              <p:nvPr/>
            </p:nvSpPr>
            <p:spPr>
              <a:xfrm>
                <a:off x="6133654" y="668017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Arc 106">
                <a:extLst>
                  <a:ext uri="{FF2B5EF4-FFF2-40B4-BE49-F238E27FC236}">
                    <a16:creationId xmlns:a16="http://schemas.microsoft.com/office/drawing/2014/main" xmlns="" id="{C8E4EC42-A513-472E-AE69-66EF8F71937C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648007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xmlns="" id="{B9DF2A69-06AC-4DC9-B6C7-9A1B9D012585}"/>
                </a:ext>
              </a:extLst>
            </p:cNvPr>
            <p:cNvGrpSpPr/>
            <p:nvPr/>
          </p:nvGrpSpPr>
          <p:grpSpPr>
            <a:xfrm>
              <a:off x="5805714" y="3540803"/>
              <a:ext cx="587746" cy="386869"/>
              <a:chOff x="5805714" y="609691"/>
              <a:chExt cx="587746" cy="386869"/>
            </a:xfrm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xmlns="" id="{66D59475-186E-4F7A-A501-ABEDCC08DC98}"/>
                  </a:ext>
                </a:extLst>
              </p:cNvPr>
              <p:cNvSpPr/>
              <p:nvPr/>
            </p:nvSpPr>
            <p:spPr>
              <a:xfrm>
                <a:off x="6133654" y="668017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Arc 109">
                <a:extLst>
                  <a:ext uri="{FF2B5EF4-FFF2-40B4-BE49-F238E27FC236}">
                    <a16:creationId xmlns:a16="http://schemas.microsoft.com/office/drawing/2014/main" xmlns="" id="{55C929AA-C5D4-4A29-94FC-BF99C03F9430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901467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xmlns="" id="{26F5DDE8-77F1-4A19-9A73-FA16AD387091}"/>
                </a:ext>
              </a:extLst>
            </p:cNvPr>
            <p:cNvGrpSpPr/>
            <p:nvPr/>
          </p:nvGrpSpPr>
          <p:grpSpPr>
            <a:xfrm>
              <a:off x="5805714" y="3851826"/>
              <a:ext cx="587746" cy="386869"/>
              <a:chOff x="5805714" y="609691"/>
              <a:chExt cx="587746" cy="386869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xmlns="" id="{3975D25C-1E30-46E2-BA99-3037ADE31704}"/>
                  </a:ext>
                </a:extLst>
              </p:cNvPr>
              <p:cNvSpPr/>
              <p:nvPr/>
            </p:nvSpPr>
            <p:spPr>
              <a:xfrm>
                <a:off x="6133654" y="668017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Arc 112">
                <a:extLst>
                  <a:ext uri="{FF2B5EF4-FFF2-40B4-BE49-F238E27FC236}">
                    <a16:creationId xmlns:a16="http://schemas.microsoft.com/office/drawing/2014/main" xmlns="" id="{5489E9B8-DC06-4350-B467-61A9DA0B02A7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023282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xmlns="" id="{0375CE18-5EC1-4881-8142-DC1BC91AD094}"/>
                </a:ext>
              </a:extLst>
            </p:cNvPr>
            <p:cNvGrpSpPr/>
            <p:nvPr/>
          </p:nvGrpSpPr>
          <p:grpSpPr>
            <a:xfrm>
              <a:off x="5805714" y="4162849"/>
              <a:ext cx="587746" cy="386869"/>
              <a:chOff x="5805714" y="609691"/>
              <a:chExt cx="587746" cy="386869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xmlns="" id="{10A76D25-919A-40D9-9554-EFE2D3956BE4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Arc 115">
                <a:extLst>
                  <a:ext uri="{FF2B5EF4-FFF2-40B4-BE49-F238E27FC236}">
                    <a16:creationId xmlns:a16="http://schemas.microsoft.com/office/drawing/2014/main" xmlns="" id="{F541D253-66CC-4C59-909C-302800ABEEFC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68103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xmlns="" id="{D86A99F9-8CBA-4BBB-88F7-14582E27C64C}"/>
                </a:ext>
              </a:extLst>
            </p:cNvPr>
            <p:cNvGrpSpPr/>
            <p:nvPr/>
          </p:nvGrpSpPr>
          <p:grpSpPr>
            <a:xfrm>
              <a:off x="5805714" y="4473872"/>
              <a:ext cx="587746" cy="386869"/>
              <a:chOff x="5805714" y="609691"/>
              <a:chExt cx="587746" cy="386869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xmlns="" id="{16259704-CA38-4525-8489-D1FECD12BDBC}"/>
                  </a:ext>
                </a:extLst>
              </p:cNvPr>
              <p:cNvSpPr/>
              <p:nvPr/>
            </p:nvSpPr>
            <p:spPr>
              <a:xfrm>
                <a:off x="6133654" y="683764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Arc 118">
                <a:extLst>
                  <a:ext uri="{FF2B5EF4-FFF2-40B4-BE49-F238E27FC236}">
                    <a16:creationId xmlns:a16="http://schemas.microsoft.com/office/drawing/2014/main" xmlns="" id="{40F4FCA1-5992-49D0-8CE6-8488CF6BAF04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88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xmlns="" id="{F5C59377-7214-4209-BA16-86D5D1DAE2B0}"/>
                </a:ext>
              </a:extLst>
            </p:cNvPr>
            <p:cNvGrpSpPr/>
            <p:nvPr/>
          </p:nvGrpSpPr>
          <p:grpSpPr>
            <a:xfrm>
              <a:off x="5805714" y="4784895"/>
              <a:ext cx="580573" cy="386869"/>
              <a:chOff x="5805714" y="609691"/>
              <a:chExt cx="580573" cy="386869"/>
            </a:xfrm>
          </p:grpSpPr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xmlns="" id="{959A5D35-C7AE-458F-BBB5-71CD3A3F97F8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Arc 121">
                <a:extLst>
                  <a:ext uri="{FF2B5EF4-FFF2-40B4-BE49-F238E27FC236}">
                    <a16:creationId xmlns:a16="http://schemas.microsoft.com/office/drawing/2014/main" xmlns="" id="{F490A229-65A6-4DFF-870F-4B92A114A66A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46438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xmlns="" id="{9EC6FFFF-2006-4366-8566-0113AD9F036A}"/>
                </a:ext>
              </a:extLst>
            </p:cNvPr>
            <p:cNvGrpSpPr/>
            <p:nvPr/>
          </p:nvGrpSpPr>
          <p:grpSpPr>
            <a:xfrm>
              <a:off x="5805714" y="5095918"/>
              <a:ext cx="580573" cy="386869"/>
              <a:chOff x="5805714" y="609691"/>
              <a:chExt cx="580573" cy="386869"/>
            </a:xfrm>
          </p:grpSpPr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xmlns="" id="{595E399E-0521-4D5B-914F-29C3ADDF2B72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Arc 124">
                <a:extLst>
                  <a:ext uri="{FF2B5EF4-FFF2-40B4-BE49-F238E27FC236}">
                    <a16:creationId xmlns:a16="http://schemas.microsoft.com/office/drawing/2014/main" xmlns="" id="{14739334-2472-4756-B880-7780C40DA407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22511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xmlns="" id="{6D7FEFCF-F5E2-48A4-8DA2-466E3FA530E8}"/>
                </a:ext>
              </a:extLst>
            </p:cNvPr>
            <p:cNvGrpSpPr/>
            <p:nvPr/>
          </p:nvGrpSpPr>
          <p:grpSpPr>
            <a:xfrm>
              <a:off x="5805714" y="5406941"/>
              <a:ext cx="580573" cy="386869"/>
              <a:chOff x="5805714" y="609691"/>
              <a:chExt cx="580573" cy="386869"/>
            </a:xfrm>
          </p:grpSpPr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xmlns="" id="{5B8C7798-2FB8-447C-BA5C-ECB75C74E5AD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Arc 127">
                <a:extLst>
                  <a:ext uri="{FF2B5EF4-FFF2-40B4-BE49-F238E27FC236}">
                    <a16:creationId xmlns:a16="http://schemas.microsoft.com/office/drawing/2014/main" xmlns="" id="{DDFE7CA2-AC7D-4CF0-A779-1F7EC6161969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879167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xmlns="" id="{EF6B5FAD-EB1F-43DC-8B99-11CAD21D64C9}"/>
                </a:ext>
              </a:extLst>
            </p:cNvPr>
            <p:cNvGrpSpPr/>
            <p:nvPr/>
          </p:nvGrpSpPr>
          <p:grpSpPr>
            <a:xfrm>
              <a:off x="5805714" y="5717964"/>
              <a:ext cx="580573" cy="386869"/>
              <a:chOff x="5805714" y="609691"/>
              <a:chExt cx="580573" cy="386869"/>
            </a:xfrm>
          </p:grpSpPr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xmlns="" id="{B817890A-729D-4FBB-8EF7-DAFD6F73427B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Arc 130">
                <a:extLst>
                  <a:ext uri="{FF2B5EF4-FFF2-40B4-BE49-F238E27FC236}">
                    <a16:creationId xmlns:a16="http://schemas.microsoft.com/office/drawing/2014/main" xmlns="" id="{EAD6132E-2435-4771-A3CC-CCE94E7A9600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0992407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xmlns="" id="{2B7006E1-B188-46BA-BAA5-15A960905F4C}"/>
                </a:ext>
              </a:extLst>
            </p:cNvPr>
            <p:cNvGrpSpPr/>
            <p:nvPr/>
          </p:nvGrpSpPr>
          <p:grpSpPr>
            <a:xfrm>
              <a:off x="5805714" y="6028987"/>
              <a:ext cx="580573" cy="386869"/>
              <a:chOff x="5805714" y="609691"/>
              <a:chExt cx="580573" cy="386869"/>
            </a:xfrm>
          </p:grpSpPr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xmlns="" id="{D01250CF-AFA1-4A19-B3C7-7F163609380B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Arc 133">
                <a:extLst>
                  <a:ext uri="{FF2B5EF4-FFF2-40B4-BE49-F238E27FC236}">
                    <a16:creationId xmlns:a16="http://schemas.microsoft.com/office/drawing/2014/main" xmlns="" id="{1014BA5C-C370-44EB-84DA-2D69E36CE6C3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97210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xmlns="" id="{AD8CB7E5-EBC4-4791-B93B-D0B41B862B83}"/>
                </a:ext>
              </a:extLst>
            </p:cNvPr>
            <p:cNvGrpSpPr/>
            <p:nvPr/>
          </p:nvGrpSpPr>
          <p:grpSpPr>
            <a:xfrm>
              <a:off x="5805714" y="6340004"/>
              <a:ext cx="580573" cy="386869"/>
              <a:chOff x="5805714" y="609691"/>
              <a:chExt cx="580573" cy="386869"/>
            </a:xfrm>
          </p:grpSpPr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xmlns="" id="{CF456FF3-391C-4C8E-A128-A413BDBBB225}"/>
                  </a:ext>
                </a:extLst>
              </p:cNvPr>
              <p:cNvSpPr/>
              <p:nvPr/>
            </p:nvSpPr>
            <p:spPr>
              <a:xfrm>
                <a:off x="6126481" y="689886"/>
                <a:ext cx="259806" cy="145054"/>
              </a:xfrm>
              <a:prstGeom prst="rect">
                <a:avLst/>
              </a:prstGeom>
              <a:solidFill>
                <a:srgbClr val="322B80"/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Arc 136">
                <a:extLst>
                  <a:ext uri="{FF2B5EF4-FFF2-40B4-BE49-F238E27FC236}">
                    <a16:creationId xmlns:a16="http://schemas.microsoft.com/office/drawing/2014/main" xmlns="" id="{8838FE2A-04D7-44E3-97C3-54338832CB9A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11129801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49" name="TextBox 20">
            <a:extLst>
              <a:ext uri="{FF2B5EF4-FFF2-40B4-BE49-F238E27FC236}">
                <a16:creationId xmlns:a16="http://schemas.microsoft.com/office/drawing/2014/main" xmlns="" id="{A965834C-80E1-4270-9F5A-A3582A7BB7F7}"/>
              </a:ext>
            </a:extLst>
          </p:cNvPr>
          <p:cNvSpPr txBox="1"/>
          <p:nvPr/>
        </p:nvSpPr>
        <p:spPr>
          <a:xfrm>
            <a:off x="895623" y="350659"/>
            <a:ext cx="45250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 dirty="0">
                <a:latin typeface="Hand Of Sean" panose="02000500000000000000" pitchFamily="2" charset="-128"/>
                <a:ea typeface="Hand Of Sean" panose="02000500000000000000" pitchFamily="2" charset="-128"/>
              </a:rPr>
              <a:t>45. Olimpiada Języka Niemieckiego (tylko etap szkolny)</a:t>
            </a:r>
            <a:endParaRPr lang="en-US" sz="1600" b="1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</p:txBody>
      </p:sp>
      <p:sp>
        <p:nvSpPr>
          <p:cNvPr id="150" name="TextBox 21">
            <a:extLst>
              <a:ext uri="{FF2B5EF4-FFF2-40B4-BE49-F238E27FC236}">
                <a16:creationId xmlns="" xmlns:a16="http://schemas.microsoft.com/office/drawing/2014/main" id="{77554162-8FC4-47E5-A14D-FAA80F7E6F08}"/>
              </a:ext>
            </a:extLst>
          </p:cNvPr>
          <p:cNvSpPr txBox="1"/>
          <p:nvPr/>
        </p:nvSpPr>
        <p:spPr>
          <a:xfrm>
            <a:off x="895623" y="1227548"/>
            <a:ext cx="4963748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Patrycja </a:t>
            </a:r>
            <a:r>
              <a:rPr lang="pl-PL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Preczewska</a:t>
            </a:r>
            <a:endParaRPr lang="pl-PL" sz="12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  <a:p>
            <a:pPr>
              <a:lnSpc>
                <a:spcPct val="150000"/>
              </a:lnSpc>
            </a:pPr>
            <a:r>
              <a:rPr lang="pl-PL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Aleksandra Walkusz</a:t>
            </a:r>
          </a:p>
          <a:p>
            <a:pPr>
              <a:lnSpc>
                <a:spcPct val="150000"/>
              </a:lnSpc>
            </a:pPr>
            <a:r>
              <a:rPr lang="pl-PL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Oliwia </a:t>
            </a:r>
            <a:r>
              <a:rPr lang="pl-PL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Łuc</a:t>
            </a:r>
            <a:endParaRPr lang="en-US" sz="12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</p:txBody>
      </p:sp>
      <p:sp>
        <p:nvSpPr>
          <p:cNvPr id="155" name="TextBox 20">
            <a:extLst>
              <a:ext uri="{FF2B5EF4-FFF2-40B4-BE49-F238E27FC236}">
                <a16:creationId xmlns:a16="http://schemas.microsoft.com/office/drawing/2014/main" xmlns="" id="{A965834C-80E1-4270-9F5A-A3582A7BB7F7}"/>
              </a:ext>
            </a:extLst>
          </p:cNvPr>
          <p:cNvSpPr txBox="1"/>
          <p:nvPr/>
        </p:nvSpPr>
        <p:spPr>
          <a:xfrm>
            <a:off x="6561737" y="1510243"/>
            <a:ext cx="452503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 dirty="0">
                <a:latin typeface="Hand Of Sean" panose="02000500000000000000" pitchFamily="2" charset="-128"/>
                <a:ea typeface="Hand Of Sean" panose="02000500000000000000" pitchFamily="2" charset="-128"/>
              </a:rPr>
              <a:t>I Międzyszkolny Konkurs Plastyczny </a:t>
            </a:r>
            <a:r>
              <a:rPr lang="pl-PL" sz="1600" b="1" dirty="0" smtClean="0">
                <a:latin typeface="Hand Of Sean" panose="02000500000000000000" pitchFamily="2" charset="-128"/>
                <a:ea typeface="Hand Of Sean" panose="02000500000000000000" pitchFamily="2" charset="-128"/>
              </a:rPr>
              <a:t>„Kultura </a:t>
            </a:r>
            <a:r>
              <a:rPr lang="pl-PL" sz="1600" b="1" dirty="0">
                <a:latin typeface="Hand Of Sean" panose="02000500000000000000" pitchFamily="2" charset="-128"/>
                <a:ea typeface="Hand Of Sean" panose="02000500000000000000" pitchFamily="2" charset="-128"/>
              </a:rPr>
              <a:t>bezpieczeństwa” dla szkół ponadpodstawowych w roku szkolnym 2021/2022 -organizowany przez Państwową Inspekcję Pracy w Gdańsku</a:t>
            </a:r>
            <a:endParaRPr lang="en-US" sz="1600" b="1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</p:txBody>
      </p:sp>
      <p:sp>
        <p:nvSpPr>
          <p:cNvPr id="156" name="TextBox 21">
            <a:extLst>
              <a:ext uri="{FF2B5EF4-FFF2-40B4-BE49-F238E27FC236}">
                <a16:creationId xmlns="" xmlns:a16="http://schemas.microsoft.com/office/drawing/2014/main" id="{77554162-8FC4-47E5-A14D-FAA80F7E6F08}"/>
              </a:ext>
            </a:extLst>
          </p:cNvPr>
          <p:cNvSpPr txBox="1"/>
          <p:nvPr/>
        </p:nvSpPr>
        <p:spPr>
          <a:xfrm>
            <a:off x="6561737" y="3287449"/>
            <a:ext cx="4963748" cy="61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Aleksandra </a:t>
            </a:r>
            <a:r>
              <a:rPr lang="pl-PL" sz="1200" dirty="0" smtClean="0">
                <a:latin typeface="Hand Of Sean" panose="02000500000000000000" pitchFamily="2" charset="-128"/>
                <a:ea typeface="Hand Of Sean" panose="02000500000000000000" pitchFamily="2" charset="-128"/>
              </a:rPr>
              <a:t>Walkusz</a:t>
            </a:r>
          </a:p>
          <a:p>
            <a:pPr>
              <a:lnSpc>
                <a:spcPct val="150000"/>
              </a:lnSpc>
            </a:pPr>
            <a:r>
              <a:rPr lang="pl-PL" sz="1200" dirty="0" smtClean="0">
                <a:latin typeface="Hand Of Sean" panose="02000500000000000000" pitchFamily="2" charset="-128"/>
                <a:ea typeface="Hand Of Sean" panose="02000500000000000000" pitchFamily="2" charset="-128"/>
              </a:rPr>
              <a:t>Julia </a:t>
            </a:r>
            <a:r>
              <a:rPr lang="pl-PL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Przychodzka -II m-</a:t>
            </a:r>
            <a:r>
              <a:rPr lang="pl-PL" sz="1200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sce</a:t>
            </a:r>
            <a:r>
              <a:rPr lang="pl-PL" sz="1200" dirty="0">
                <a:latin typeface="Hand Of Sean" panose="02000500000000000000" pitchFamily="2" charset="-128"/>
                <a:ea typeface="Hand Of Sean" panose="02000500000000000000" pitchFamily="2" charset="-128"/>
              </a:rPr>
              <a:t> w konkursie</a:t>
            </a:r>
            <a:endParaRPr lang="en-US" sz="1200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</p:txBody>
      </p:sp>
      <p:sp>
        <p:nvSpPr>
          <p:cNvPr id="148" name="TextBox 20">
            <a:extLst>
              <a:ext uri="{FF2B5EF4-FFF2-40B4-BE49-F238E27FC236}">
                <a16:creationId xmlns:a16="http://schemas.microsoft.com/office/drawing/2014/main" xmlns="" id="{A965834C-80E1-4270-9F5A-A3582A7BB7F7}"/>
              </a:ext>
            </a:extLst>
          </p:cNvPr>
          <p:cNvSpPr txBox="1"/>
          <p:nvPr/>
        </p:nvSpPr>
        <p:spPr>
          <a:xfrm>
            <a:off x="6561737" y="504647"/>
            <a:ext cx="4525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 dirty="0">
                <a:latin typeface="Hand Of Sean" panose="02000500000000000000" pitchFamily="2" charset="-128"/>
                <a:ea typeface="Hand Of Sean" panose="02000500000000000000" pitchFamily="2" charset="-128"/>
              </a:rPr>
              <a:t>LICEALIADA W PIŁCE RĘCZNEJ CHŁOPCÓW 2021/2022 -III m-</a:t>
            </a:r>
            <a:r>
              <a:rPr lang="pl-PL" sz="1600" b="1" dirty="0" err="1">
                <a:latin typeface="Hand Of Sean" panose="02000500000000000000" pitchFamily="2" charset="-128"/>
                <a:ea typeface="Hand Of Sean" panose="02000500000000000000" pitchFamily="2" charset="-128"/>
              </a:rPr>
              <a:t>sce</a:t>
            </a:r>
            <a:endParaRPr lang="en-US" sz="1600" b="1" dirty="0">
              <a:latin typeface="Hand Of Sean" panose="02000500000000000000" pitchFamily="2" charset="-128"/>
              <a:ea typeface="Hand Of Sean" panose="02000500000000000000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85043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3F222A8-AF2A-4292-8A95-0C3AD37A109D}"/>
              </a:ext>
            </a:extLst>
          </p:cNvPr>
          <p:cNvSpPr/>
          <p:nvPr/>
        </p:nvSpPr>
        <p:spPr>
          <a:xfrm>
            <a:off x="233785" y="0"/>
            <a:ext cx="5734929" cy="6858000"/>
          </a:xfrm>
          <a:prstGeom prst="rect">
            <a:avLst/>
          </a:prstGeom>
          <a:solidFill>
            <a:srgbClr val="322B80"/>
          </a:solidFill>
          <a:ln>
            <a:noFill/>
          </a:ln>
          <a:effectLst>
            <a:outerShdw blurRad="50800" dist="762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82455CA8-3E7B-475F-BE73-7D424E5A8C0C}"/>
              </a:ext>
            </a:extLst>
          </p:cNvPr>
          <p:cNvGrpSpPr/>
          <p:nvPr/>
        </p:nvGrpSpPr>
        <p:grpSpPr>
          <a:xfrm flipH="1">
            <a:off x="5593416" y="125337"/>
            <a:ext cx="580573" cy="6607323"/>
            <a:chOff x="5805714" y="119550"/>
            <a:chExt cx="580573" cy="660732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xmlns="" id="{AEE5042A-E067-4FB7-BCFF-00BB33BFEDEC}"/>
                </a:ext>
              </a:extLst>
            </p:cNvPr>
            <p:cNvGrpSpPr/>
            <p:nvPr/>
          </p:nvGrpSpPr>
          <p:grpSpPr>
            <a:xfrm>
              <a:off x="5805714" y="119550"/>
              <a:ext cx="580573" cy="386869"/>
              <a:chOff x="5805714" y="609691"/>
              <a:chExt cx="580573" cy="386869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xmlns="" id="{9ECC8D50-758B-45D1-9832-058DA749338C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Arc 8">
                <a:extLst>
                  <a:ext uri="{FF2B5EF4-FFF2-40B4-BE49-F238E27FC236}">
                    <a16:creationId xmlns:a16="http://schemas.microsoft.com/office/drawing/2014/main" xmlns="" id="{FC783E55-1922-4926-8D97-EC60526709F7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xmlns="" id="{E48E30C9-A74F-4C52-AD04-FC9A5CBD8258}"/>
                </a:ext>
              </a:extLst>
            </p:cNvPr>
            <p:cNvGrpSpPr/>
            <p:nvPr/>
          </p:nvGrpSpPr>
          <p:grpSpPr>
            <a:xfrm>
              <a:off x="5805714" y="430573"/>
              <a:ext cx="580573" cy="386869"/>
              <a:chOff x="5805714" y="609691"/>
              <a:chExt cx="580573" cy="386869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xmlns="" id="{9D80A7DB-810E-4588-BE25-E9F7C34D3DB1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Arc 79">
                <a:extLst>
                  <a:ext uri="{FF2B5EF4-FFF2-40B4-BE49-F238E27FC236}">
                    <a16:creationId xmlns:a16="http://schemas.microsoft.com/office/drawing/2014/main" xmlns="" id="{0CEE252C-3F6B-425D-A974-8C322FD62AA8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xmlns="" id="{BDE4CAF1-67FB-4A00-A957-F84932EF37EA}"/>
                </a:ext>
              </a:extLst>
            </p:cNvPr>
            <p:cNvGrpSpPr/>
            <p:nvPr/>
          </p:nvGrpSpPr>
          <p:grpSpPr>
            <a:xfrm>
              <a:off x="5805714" y="741596"/>
              <a:ext cx="580573" cy="386869"/>
              <a:chOff x="5805714" y="609691"/>
              <a:chExt cx="580573" cy="386869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xmlns="" id="{74C944AF-D50A-425E-A441-BD46E8CB9783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Arc 82">
                <a:extLst>
                  <a:ext uri="{FF2B5EF4-FFF2-40B4-BE49-F238E27FC236}">
                    <a16:creationId xmlns:a16="http://schemas.microsoft.com/office/drawing/2014/main" xmlns="" id="{AE95EC9D-DB78-417E-AF31-C543DE84C1EE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xmlns="" id="{EC3E0684-8AE8-4214-BF7B-4AAB6B86F600}"/>
                </a:ext>
              </a:extLst>
            </p:cNvPr>
            <p:cNvGrpSpPr/>
            <p:nvPr/>
          </p:nvGrpSpPr>
          <p:grpSpPr>
            <a:xfrm>
              <a:off x="5805714" y="1052619"/>
              <a:ext cx="580573" cy="386869"/>
              <a:chOff x="5805714" y="609691"/>
              <a:chExt cx="580573" cy="386869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xmlns="" id="{CF8E04A3-B6B4-4F3C-BB6B-AF9929DDA237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Arc 85">
                <a:extLst>
                  <a:ext uri="{FF2B5EF4-FFF2-40B4-BE49-F238E27FC236}">
                    <a16:creationId xmlns:a16="http://schemas.microsoft.com/office/drawing/2014/main" xmlns="" id="{18A95974-DAB2-4BF8-9192-96278D1744CD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xmlns="" id="{C97BDBFC-6DCF-4D05-9235-AF24FD08B7BA}"/>
                </a:ext>
              </a:extLst>
            </p:cNvPr>
            <p:cNvGrpSpPr/>
            <p:nvPr/>
          </p:nvGrpSpPr>
          <p:grpSpPr>
            <a:xfrm>
              <a:off x="5805714" y="1363642"/>
              <a:ext cx="580573" cy="386869"/>
              <a:chOff x="5805714" y="609691"/>
              <a:chExt cx="580573" cy="386869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xmlns="" id="{4AB8CE96-3DF3-4063-9F27-D4DB07BB75EF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Arc 88">
                <a:extLst>
                  <a:ext uri="{FF2B5EF4-FFF2-40B4-BE49-F238E27FC236}">
                    <a16:creationId xmlns:a16="http://schemas.microsoft.com/office/drawing/2014/main" xmlns="" id="{309BD817-14B6-4AA7-A1F6-6EAEFBC3A86F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xmlns="" id="{C6951FED-2BD7-4859-B333-5B1CAEF8AB8D}"/>
                </a:ext>
              </a:extLst>
            </p:cNvPr>
            <p:cNvGrpSpPr/>
            <p:nvPr/>
          </p:nvGrpSpPr>
          <p:grpSpPr>
            <a:xfrm>
              <a:off x="5805714" y="1674665"/>
              <a:ext cx="580573" cy="386869"/>
              <a:chOff x="5805714" y="609691"/>
              <a:chExt cx="580573" cy="386869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xmlns="" id="{FE30C63D-F045-40E9-8C54-26DA5BDA0F44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Arc 91">
                <a:extLst>
                  <a:ext uri="{FF2B5EF4-FFF2-40B4-BE49-F238E27FC236}">
                    <a16:creationId xmlns:a16="http://schemas.microsoft.com/office/drawing/2014/main" xmlns="" id="{434A2720-2A66-40B1-AC7E-5C244C6E6EB9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xmlns="" id="{3253887B-E245-4C89-84BB-C89576187B4D}"/>
                </a:ext>
              </a:extLst>
            </p:cNvPr>
            <p:cNvGrpSpPr/>
            <p:nvPr/>
          </p:nvGrpSpPr>
          <p:grpSpPr>
            <a:xfrm>
              <a:off x="5805714" y="1985688"/>
              <a:ext cx="580573" cy="386869"/>
              <a:chOff x="5805714" y="609691"/>
              <a:chExt cx="580573" cy="386869"/>
            </a:xfrm>
          </p:grpSpPr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xmlns="" id="{C2935527-C9EF-4950-89BB-EB1207B25EAD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Arc 94">
                <a:extLst>
                  <a:ext uri="{FF2B5EF4-FFF2-40B4-BE49-F238E27FC236}">
                    <a16:creationId xmlns:a16="http://schemas.microsoft.com/office/drawing/2014/main" xmlns="" id="{B885AD0D-2A97-4761-A7E2-81AE7730FF98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xmlns="" id="{B20895E6-FBAD-4249-90F9-43369FD2080F}"/>
                </a:ext>
              </a:extLst>
            </p:cNvPr>
            <p:cNvGrpSpPr/>
            <p:nvPr/>
          </p:nvGrpSpPr>
          <p:grpSpPr>
            <a:xfrm>
              <a:off x="5805714" y="2296711"/>
              <a:ext cx="580573" cy="386869"/>
              <a:chOff x="5805714" y="609691"/>
              <a:chExt cx="580573" cy="386869"/>
            </a:xfrm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xmlns="" id="{416F99E9-E132-4AB6-9501-719E390B2951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Arc 97">
                <a:extLst>
                  <a:ext uri="{FF2B5EF4-FFF2-40B4-BE49-F238E27FC236}">
                    <a16:creationId xmlns:a16="http://schemas.microsoft.com/office/drawing/2014/main" xmlns="" id="{7BF41422-E1EF-4A49-906D-7C9E43200378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xmlns="" id="{3A6C8FCE-3906-4A51-8C51-53A21458A79D}"/>
                </a:ext>
              </a:extLst>
            </p:cNvPr>
            <p:cNvGrpSpPr/>
            <p:nvPr/>
          </p:nvGrpSpPr>
          <p:grpSpPr>
            <a:xfrm>
              <a:off x="5805714" y="2607734"/>
              <a:ext cx="580573" cy="386869"/>
              <a:chOff x="5805714" y="609691"/>
              <a:chExt cx="580573" cy="386869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xmlns="" id="{01B7306C-C82A-4CBC-8810-B196E2B85FD9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Arc 100">
                <a:extLst>
                  <a:ext uri="{FF2B5EF4-FFF2-40B4-BE49-F238E27FC236}">
                    <a16:creationId xmlns:a16="http://schemas.microsoft.com/office/drawing/2014/main" xmlns="" id="{4309EB4B-A1C1-41B8-9E71-43E4632DE81A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xmlns="" id="{C74B4894-B5D2-4362-964C-D4DC0546060A}"/>
                </a:ext>
              </a:extLst>
            </p:cNvPr>
            <p:cNvGrpSpPr/>
            <p:nvPr/>
          </p:nvGrpSpPr>
          <p:grpSpPr>
            <a:xfrm>
              <a:off x="5805714" y="2918757"/>
              <a:ext cx="580573" cy="386869"/>
              <a:chOff x="5805714" y="609691"/>
              <a:chExt cx="580573" cy="386869"/>
            </a:xfrm>
          </p:grpSpPr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xmlns="" id="{DA95D981-4D5B-4F4F-8A82-69838938508F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Arc 103">
                <a:extLst>
                  <a:ext uri="{FF2B5EF4-FFF2-40B4-BE49-F238E27FC236}">
                    <a16:creationId xmlns:a16="http://schemas.microsoft.com/office/drawing/2014/main" xmlns="" id="{E4822634-A39A-4B0D-8399-883328FCA1EE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xmlns="" id="{AC0C8900-7AAE-4DAD-9853-250BA8E46217}"/>
                </a:ext>
              </a:extLst>
            </p:cNvPr>
            <p:cNvGrpSpPr/>
            <p:nvPr/>
          </p:nvGrpSpPr>
          <p:grpSpPr>
            <a:xfrm>
              <a:off x="5805714" y="3229780"/>
              <a:ext cx="580573" cy="386869"/>
              <a:chOff x="5805714" y="609691"/>
              <a:chExt cx="580573" cy="386869"/>
            </a:xfrm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xmlns="" id="{8F16C3F5-5111-4385-95DB-684995C5DA9E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Arc 106">
                <a:extLst>
                  <a:ext uri="{FF2B5EF4-FFF2-40B4-BE49-F238E27FC236}">
                    <a16:creationId xmlns:a16="http://schemas.microsoft.com/office/drawing/2014/main" xmlns="" id="{C8E4EC42-A513-472E-AE69-66EF8F71937C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xmlns="" id="{B9DF2A69-06AC-4DC9-B6C7-9A1B9D012585}"/>
                </a:ext>
              </a:extLst>
            </p:cNvPr>
            <p:cNvGrpSpPr/>
            <p:nvPr/>
          </p:nvGrpSpPr>
          <p:grpSpPr>
            <a:xfrm>
              <a:off x="5805714" y="3540803"/>
              <a:ext cx="580573" cy="386869"/>
              <a:chOff x="5805714" y="609691"/>
              <a:chExt cx="580573" cy="386869"/>
            </a:xfrm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xmlns="" id="{66D59475-186E-4F7A-A501-ABEDCC08DC98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Arc 109">
                <a:extLst>
                  <a:ext uri="{FF2B5EF4-FFF2-40B4-BE49-F238E27FC236}">
                    <a16:creationId xmlns:a16="http://schemas.microsoft.com/office/drawing/2014/main" xmlns="" id="{55C929AA-C5D4-4A29-94FC-BF99C03F9430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xmlns="" id="{26F5DDE8-77F1-4A19-9A73-FA16AD387091}"/>
                </a:ext>
              </a:extLst>
            </p:cNvPr>
            <p:cNvGrpSpPr/>
            <p:nvPr/>
          </p:nvGrpSpPr>
          <p:grpSpPr>
            <a:xfrm>
              <a:off x="5805714" y="3851826"/>
              <a:ext cx="580573" cy="386869"/>
              <a:chOff x="5805714" y="609691"/>
              <a:chExt cx="580573" cy="386869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xmlns="" id="{3975D25C-1E30-46E2-BA99-3037ADE31704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Arc 112">
                <a:extLst>
                  <a:ext uri="{FF2B5EF4-FFF2-40B4-BE49-F238E27FC236}">
                    <a16:creationId xmlns:a16="http://schemas.microsoft.com/office/drawing/2014/main" xmlns="" id="{5489E9B8-DC06-4350-B467-61A9DA0B02A7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xmlns="" id="{0375CE18-5EC1-4881-8142-DC1BC91AD094}"/>
                </a:ext>
              </a:extLst>
            </p:cNvPr>
            <p:cNvGrpSpPr/>
            <p:nvPr/>
          </p:nvGrpSpPr>
          <p:grpSpPr>
            <a:xfrm>
              <a:off x="5805714" y="4162849"/>
              <a:ext cx="580573" cy="386869"/>
              <a:chOff x="5805714" y="609691"/>
              <a:chExt cx="580573" cy="386869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xmlns="" id="{10A76D25-919A-40D9-9554-EFE2D3956BE4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Arc 115">
                <a:extLst>
                  <a:ext uri="{FF2B5EF4-FFF2-40B4-BE49-F238E27FC236}">
                    <a16:creationId xmlns:a16="http://schemas.microsoft.com/office/drawing/2014/main" xmlns="" id="{F541D253-66CC-4C59-909C-302800ABEEFC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xmlns="" id="{D86A99F9-8CBA-4BBB-88F7-14582E27C64C}"/>
                </a:ext>
              </a:extLst>
            </p:cNvPr>
            <p:cNvGrpSpPr/>
            <p:nvPr/>
          </p:nvGrpSpPr>
          <p:grpSpPr>
            <a:xfrm>
              <a:off x="5805714" y="4473872"/>
              <a:ext cx="580573" cy="386869"/>
              <a:chOff x="5805714" y="609691"/>
              <a:chExt cx="580573" cy="386869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xmlns="" id="{16259704-CA38-4525-8489-D1FECD12BDBC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Arc 118">
                <a:extLst>
                  <a:ext uri="{FF2B5EF4-FFF2-40B4-BE49-F238E27FC236}">
                    <a16:creationId xmlns:a16="http://schemas.microsoft.com/office/drawing/2014/main" xmlns="" id="{40F4FCA1-5992-49D0-8CE6-8488CF6BAF04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xmlns="" id="{F5C59377-7214-4209-BA16-86D5D1DAE2B0}"/>
                </a:ext>
              </a:extLst>
            </p:cNvPr>
            <p:cNvGrpSpPr/>
            <p:nvPr/>
          </p:nvGrpSpPr>
          <p:grpSpPr>
            <a:xfrm>
              <a:off x="5805714" y="4784895"/>
              <a:ext cx="580573" cy="386869"/>
              <a:chOff x="5805714" y="609691"/>
              <a:chExt cx="580573" cy="386869"/>
            </a:xfrm>
          </p:grpSpPr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xmlns="" id="{959A5D35-C7AE-458F-BBB5-71CD3A3F97F8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Arc 121">
                <a:extLst>
                  <a:ext uri="{FF2B5EF4-FFF2-40B4-BE49-F238E27FC236}">
                    <a16:creationId xmlns:a16="http://schemas.microsoft.com/office/drawing/2014/main" xmlns="" id="{F490A229-65A6-4DFF-870F-4B92A114A66A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xmlns="" id="{9EC6FFFF-2006-4366-8566-0113AD9F036A}"/>
                </a:ext>
              </a:extLst>
            </p:cNvPr>
            <p:cNvGrpSpPr/>
            <p:nvPr/>
          </p:nvGrpSpPr>
          <p:grpSpPr>
            <a:xfrm>
              <a:off x="5805714" y="5095918"/>
              <a:ext cx="580573" cy="386869"/>
              <a:chOff x="5805714" y="609691"/>
              <a:chExt cx="580573" cy="386869"/>
            </a:xfrm>
          </p:grpSpPr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xmlns="" id="{595E399E-0521-4D5B-914F-29C3ADDF2B72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Arc 124">
                <a:extLst>
                  <a:ext uri="{FF2B5EF4-FFF2-40B4-BE49-F238E27FC236}">
                    <a16:creationId xmlns:a16="http://schemas.microsoft.com/office/drawing/2014/main" xmlns="" id="{14739334-2472-4756-B880-7780C40DA407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xmlns="" id="{6D7FEFCF-F5E2-48A4-8DA2-466E3FA530E8}"/>
                </a:ext>
              </a:extLst>
            </p:cNvPr>
            <p:cNvGrpSpPr/>
            <p:nvPr/>
          </p:nvGrpSpPr>
          <p:grpSpPr>
            <a:xfrm>
              <a:off x="5805714" y="5406941"/>
              <a:ext cx="580573" cy="386869"/>
              <a:chOff x="5805714" y="609691"/>
              <a:chExt cx="580573" cy="386869"/>
            </a:xfrm>
          </p:grpSpPr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xmlns="" id="{5B8C7798-2FB8-447C-BA5C-ECB75C74E5AD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Arc 127">
                <a:extLst>
                  <a:ext uri="{FF2B5EF4-FFF2-40B4-BE49-F238E27FC236}">
                    <a16:creationId xmlns:a16="http://schemas.microsoft.com/office/drawing/2014/main" xmlns="" id="{DDFE7CA2-AC7D-4CF0-A779-1F7EC6161969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xmlns="" id="{EF6B5FAD-EB1F-43DC-8B99-11CAD21D64C9}"/>
                </a:ext>
              </a:extLst>
            </p:cNvPr>
            <p:cNvGrpSpPr/>
            <p:nvPr/>
          </p:nvGrpSpPr>
          <p:grpSpPr>
            <a:xfrm>
              <a:off x="5805714" y="5717964"/>
              <a:ext cx="580573" cy="386869"/>
              <a:chOff x="5805714" y="609691"/>
              <a:chExt cx="580573" cy="386869"/>
            </a:xfrm>
          </p:grpSpPr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xmlns="" id="{B817890A-729D-4FBB-8EF7-DAFD6F73427B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Arc 130">
                <a:extLst>
                  <a:ext uri="{FF2B5EF4-FFF2-40B4-BE49-F238E27FC236}">
                    <a16:creationId xmlns:a16="http://schemas.microsoft.com/office/drawing/2014/main" xmlns="" id="{EAD6132E-2435-4771-A3CC-CCE94E7A9600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xmlns="" id="{2B7006E1-B188-46BA-BAA5-15A960905F4C}"/>
                </a:ext>
              </a:extLst>
            </p:cNvPr>
            <p:cNvGrpSpPr/>
            <p:nvPr/>
          </p:nvGrpSpPr>
          <p:grpSpPr>
            <a:xfrm>
              <a:off x="5805714" y="6028987"/>
              <a:ext cx="580573" cy="386869"/>
              <a:chOff x="5805714" y="609691"/>
              <a:chExt cx="580573" cy="386869"/>
            </a:xfrm>
          </p:grpSpPr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xmlns="" id="{D01250CF-AFA1-4A19-B3C7-7F163609380B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Arc 133">
                <a:extLst>
                  <a:ext uri="{FF2B5EF4-FFF2-40B4-BE49-F238E27FC236}">
                    <a16:creationId xmlns:a16="http://schemas.microsoft.com/office/drawing/2014/main" xmlns="" id="{1014BA5C-C370-44EB-84DA-2D69E36CE6C3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xmlns="" id="{AD8CB7E5-EBC4-4791-B93B-D0B41B862B83}"/>
                </a:ext>
              </a:extLst>
            </p:cNvPr>
            <p:cNvGrpSpPr/>
            <p:nvPr/>
          </p:nvGrpSpPr>
          <p:grpSpPr>
            <a:xfrm>
              <a:off x="5805714" y="6340004"/>
              <a:ext cx="580573" cy="386869"/>
              <a:chOff x="5805714" y="609691"/>
              <a:chExt cx="580573" cy="386869"/>
            </a:xfrm>
          </p:grpSpPr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xmlns="" id="{CF456FF3-391C-4C8E-A128-A413BDBBB225}"/>
                  </a:ext>
                </a:extLst>
              </p:cNvPr>
              <p:cNvSpPr/>
              <p:nvPr/>
            </p:nvSpPr>
            <p:spPr>
              <a:xfrm>
                <a:off x="6126481" y="682263"/>
                <a:ext cx="259806" cy="1450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innerShdw blurRad="12700" dist="889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Arc 136">
                <a:extLst>
                  <a:ext uri="{FF2B5EF4-FFF2-40B4-BE49-F238E27FC236}">
                    <a16:creationId xmlns:a16="http://schemas.microsoft.com/office/drawing/2014/main" xmlns="" id="{8838FE2A-04D7-44E3-97C3-54338832CB9A}"/>
                  </a:ext>
                </a:extLst>
              </p:cNvPr>
              <p:cNvSpPr/>
              <p:nvPr/>
            </p:nvSpPr>
            <p:spPr>
              <a:xfrm>
                <a:off x="5805714" y="609691"/>
                <a:ext cx="410553" cy="386869"/>
              </a:xfrm>
              <a:prstGeom prst="arc">
                <a:avLst>
                  <a:gd name="adj1" fmla="val 4206676"/>
                  <a:gd name="adj2" fmla="val 20826104"/>
                </a:avLst>
              </a:prstGeom>
              <a:ln w="50800">
                <a:gradFill>
                  <a:gsLst>
                    <a:gs pos="0">
                      <a:schemeClr val="tx1"/>
                    </a:gs>
                    <a:gs pos="46000">
                      <a:schemeClr val="bg1"/>
                    </a:gs>
                    <a:gs pos="83000">
                      <a:schemeClr val="bg1">
                        <a:lumMod val="8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B61BA890-3B17-4CDD-AD01-1D48392C3EE8}"/>
              </a:ext>
            </a:extLst>
          </p:cNvPr>
          <p:cNvSpPr txBox="1"/>
          <p:nvPr/>
        </p:nvSpPr>
        <p:spPr>
          <a:xfrm>
            <a:off x="766093" y="2982902"/>
            <a:ext cx="44115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pl-PL" sz="4000" dirty="0">
              <a:solidFill>
                <a:schemeClr val="bg1"/>
              </a:solidFill>
              <a:effectLst>
                <a:innerShdw blurRad="114300">
                  <a:prstClr val="black"/>
                </a:innerShdw>
              </a:effectLst>
              <a:latin typeface="Oswald" panose="02000503000000000000" pitchFamily="2" charset="0"/>
            </a:endParaRPr>
          </a:p>
          <a:p>
            <a:pPr algn="ctr"/>
            <a:endParaRPr lang="en-US" sz="4000" dirty="0">
              <a:solidFill>
                <a:schemeClr val="bg1"/>
              </a:solidFill>
              <a:effectLst>
                <a:innerShdw blurRad="114300">
                  <a:prstClr val="black"/>
                </a:innerShdw>
              </a:effectLst>
              <a:latin typeface="Oswald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0534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271</TotalTime>
  <Words>223</Words>
  <Application>Microsoft Office PowerPoint</Application>
  <PresentationFormat>Panoramiczny</PresentationFormat>
  <Paragraphs>59</Paragraphs>
  <Slides>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Hand Of Sean</vt:lpstr>
      <vt:lpstr>Oswald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Abdul Rehman</dc:creator>
  <cp:lastModifiedBy>Konto Microsoft</cp:lastModifiedBy>
  <cp:revision>34</cp:revision>
  <dcterms:created xsi:type="dcterms:W3CDTF">2020-07-12T23:04:57Z</dcterms:created>
  <dcterms:modified xsi:type="dcterms:W3CDTF">2022-01-21T09:56:06Z</dcterms:modified>
</cp:coreProperties>
</file>